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5" r:id="rId1"/>
  </p:sldMasterIdLst>
  <p:notesMasterIdLst>
    <p:notesMasterId r:id="rId22"/>
  </p:notesMasterIdLst>
  <p:sldIdLst>
    <p:sldId id="268" r:id="rId2"/>
    <p:sldId id="273" r:id="rId3"/>
    <p:sldId id="258" r:id="rId4"/>
    <p:sldId id="259" r:id="rId5"/>
    <p:sldId id="260" r:id="rId6"/>
    <p:sldId id="256" r:id="rId7"/>
    <p:sldId id="269" r:id="rId8"/>
    <p:sldId id="263" r:id="rId9"/>
    <p:sldId id="264" r:id="rId10"/>
    <p:sldId id="265" r:id="rId11"/>
    <p:sldId id="266" r:id="rId12"/>
    <p:sldId id="267" r:id="rId13"/>
    <p:sldId id="262" r:id="rId14"/>
    <p:sldId id="261" r:id="rId15"/>
    <p:sldId id="257" r:id="rId16"/>
    <p:sldId id="271" r:id="rId17"/>
    <p:sldId id="274" r:id="rId18"/>
    <p:sldId id="275" r:id="rId19"/>
    <p:sldId id="272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4" autoAdjust="0"/>
    <p:restoredTop sz="94660"/>
  </p:normalViewPr>
  <p:slideViewPr>
    <p:cSldViewPr snapToGrid="0">
      <p:cViewPr varScale="1">
        <p:scale>
          <a:sx n="94" d="100"/>
          <a:sy n="94" d="100"/>
        </p:scale>
        <p:origin x="635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xuan Wang" userId="eb803f08-5ce2-4d52-83f3-b615cea9393b" providerId="ADAL" clId="{4A5D6521-EC77-4667-A967-6AC55F37B707}"/>
    <pc:docChg chg="undo custSel addSld modSld sldOrd">
      <pc:chgData name="Yuxuan Wang" userId="eb803f08-5ce2-4d52-83f3-b615cea9393b" providerId="ADAL" clId="{4A5D6521-EC77-4667-A967-6AC55F37B707}" dt="2018-02-27T05:44:33.678" v="1673" actId="20577"/>
      <pc:docMkLst>
        <pc:docMk/>
      </pc:docMkLst>
      <pc:sldChg chg="addSp delSp modSp">
        <pc:chgData name="Yuxuan Wang" userId="eb803f08-5ce2-4d52-83f3-b615cea9393b" providerId="ADAL" clId="{4A5D6521-EC77-4667-A967-6AC55F37B707}" dt="2018-02-25T22:45:02.625" v="36" actId="1076"/>
        <pc:sldMkLst>
          <pc:docMk/>
          <pc:sldMk cId="1599103180" sldId="257"/>
        </pc:sldMkLst>
        <pc:spChg chg="del">
          <ac:chgData name="Yuxuan Wang" userId="eb803f08-5ce2-4d52-83f3-b615cea9393b" providerId="ADAL" clId="{4A5D6521-EC77-4667-A967-6AC55F37B707}" dt="2018-02-25T22:44:14.386" v="13" actId="478"/>
          <ac:spMkLst>
            <pc:docMk/>
            <pc:sldMk cId="1599103180" sldId="257"/>
            <ac:spMk id="2" creationId="{EA9D7C7A-0EFE-452A-9371-743032FDBDD1}"/>
          </ac:spMkLst>
        </pc:spChg>
        <pc:spChg chg="del mod">
          <ac:chgData name="Yuxuan Wang" userId="eb803f08-5ce2-4d52-83f3-b615cea9393b" providerId="ADAL" clId="{4A5D6521-EC77-4667-A967-6AC55F37B707}" dt="2018-02-25T22:44:10.699" v="11" actId="1076"/>
          <ac:spMkLst>
            <pc:docMk/>
            <pc:sldMk cId="1599103180" sldId="257"/>
            <ac:spMk id="3" creationId="{01A0B055-935C-442D-9AEA-1E6EC545CA12}"/>
          </ac:spMkLst>
        </pc:spChg>
        <pc:picChg chg="add mod">
          <ac:chgData name="Yuxuan Wang" userId="eb803f08-5ce2-4d52-83f3-b615cea9393b" providerId="ADAL" clId="{4A5D6521-EC77-4667-A967-6AC55F37B707}" dt="2018-02-25T22:45:02.625" v="36" actId="1076"/>
          <ac:picMkLst>
            <pc:docMk/>
            <pc:sldMk cId="1599103180" sldId="257"/>
            <ac:picMk id="5" creationId="{ECF379D6-0C93-408E-861C-A2A9C913F3E2}"/>
          </ac:picMkLst>
        </pc:picChg>
      </pc:sldChg>
      <pc:sldChg chg="modSp">
        <pc:chgData name="Yuxuan Wang" userId="eb803f08-5ce2-4d52-83f3-b615cea9393b" providerId="ADAL" clId="{4A5D6521-EC77-4667-A967-6AC55F37B707}" dt="2018-02-26T22:37:10.339" v="1200" actId="20577"/>
        <pc:sldMkLst>
          <pc:docMk/>
          <pc:sldMk cId="757954063" sldId="258"/>
        </pc:sldMkLst>
        <pc:spChg chg="mod">
          <ac:chgData name="Yuxuan Wang" userId="eb803f08-5ce2-4d52-83f3-b615cea9393b" providerId="ADAL" clId="{4A5D6521-EC77-4667-A967-6AC55F37B707}" dt="2018-02-26T22:37:10.339" v="1200" actId="20577"/>
          <ac:spMkLst>
            <pc:docMk/>
            <pc:sldMk cId="757954063" sldId="258"/>
            <ac:spMk id="2" creationId="{E41DC50D-F1CF-4213-B9D1-7CD2E2378717}"/>
          </ac:spMkLst>
        </pc:spChg>
        <pc:spChg chg="mod">
          <ac:chgData name="Yuxuan Wang" userId="eb803f08-5ce2-4d52-83f3-b615cea9393b" providerId="ADAL" clId="{4A5D6521-EC77-4667-A967-6AC55F37B707}" dt="2018-02-25T23:13:07.530" v="822" actId="20577"/>
          <ac:spMkLst>
            <pc:docMk/>
            <pc:sldMk cId="757954063" sldId="258"/>
            <ac:spMk id="3" creationId="{A666C15B-5687-4E10-8267-366DC7775709}"/>
          </ac:spMkLst>
        </pc:spChg>
      </pc:sldChg>
      <pc:sldChg chg="addSp delSp modSp add ord">
        <pc:chgData name="Yuxuan Wang" userId="eb803f08-5ce2-4d52-83f3-b615cea9393b" providerId="ADAL" clId="{4A5D6521-EC77-4667-A967-6AC55F37B707}" dt="2018-02-25T22:45:21.707" v="38" actId="255"/>
        <pc:sldMkLst>
          <pc:docMk/>
          <pc:sldMk cId="1947191956" sldId="261"/>
        </pc:sldMkLst>
        <pc:spChg chg="del">
          <ac:chgData name="Yuxuan Wang" userId="eb803f08-5ce2-4d52-83f3-b615cea9393b" providerId="ADAL" clId="{4A5D6521-EC77-4667-A967-6AC55F37B707}" dt="2018-02-25T22:44:27.398" v="19" actId="478"/>
          <ac:spMkLst>
            <pc:docMk/>
            <pc:sldMk cId="1947191956" sldId="261"/>
            <ac:spMk id="2" creationId="{4FFD4870-650E-48A7-9FF7-1DD31A8FAEF2}"/>
          </ac:spMkLst>
        </pc:spChg>
        <pc:spChg chg="del">
          <ac:chgData name="Yuxuan Wang" userId="eb803f08-5ce2-4d52-83f3-b615cea9393b" providerId="ADAL" clId="{4A5D6521-EC77-4667-A967-6AC55F37B707}" dt="2018-02-25T22:44:24.696" v="17" actId="255"/>
          <ac:spMkLst>
            <pc:docMk/>
            <pc:sldMk cId="1947191956" sldId="261"/>
            <ac:spMk id="3" creationId="{24E6A069-B4AA-4B73-B03E-C2ED7D32F04D}"/>
          </ac:spMkLst>
        </pc:spChg>
        <pc:picChg chg="add mod">
          <ac:chgData name="Yuxuan Wang" userId="eb803f08-5ce2-4d52-83f3-b615cea9393b" providerId="ADAL" clId="{4A5D6521-EC77-4667-A967-6AC55F37B707}" dt="2018-02-25T22:44:33.834" v="22" actId="1076"/>
          <ac:picMkLst>
            <pc:docMk/>
            <pc:sldMk cId="1947191956" sldId="261"/>
            <ac:picMk id="5" creationId="{5D0482EA-BA0B-4FE1-92A8-B66CA62043F1}"/>
          </ac:picMkLst>
        </pc:picChg>
      </pc:sldChg>
      <pc:sldChg chg="addSp delSp modSp add ord">
        <pc:chgData name="Yuxuan Wang" userId="eb803f08-5ce2-4d52-83f3-b615cea9393b" providerId="ADAL" clId="{4A5D6521-EC77-4667-A967-6AC55F37B707}" dt="2018-02-25T22:45:14.643" v="37" actId="255"/>
        <pc:sldMkLst>
          <pc:docMk/>
          <pc:sldMk cId="1671489736" sldId="262"/>
        </pc:sldMkLst>
        <pc:spChg chg="del">
          <ac:chgData name="Yuxuan Wang" userId="eb803f08-5ce2-4d52-83f3-b615cea9393b" providerId="ADAL" clId="{4A5D6521-EC77-4667-A967-6AC55F37B707}" dt="2018-02-25T22:44:42.364" v="26" actId="478"/>
          <ac:spMkLst>
            <pc:docMk/>
            <pc:sldMk cId="1671489736" sldId="262"/>
            <ac:spMk id="2" creationId="{F7E39643-D6C2-42FB-856A-7A501BC7D655}"/>
          </ac:spMkLst>
        </pc:spChg>
        <pc:spChg chg="del">
          <ac:chgData name="Yuxuan Wang" userId="eb803f08-5ce2-4d52-83f3-b615cea9393b" providerId="ADAL" clId="{4A5D6521-EC77-4667-A967-6AC55F37B707}" dt="2018-02-25T22:44:39.457" v="24" actId="255"/>
          <ac:spMkLst>
            <pc:docMk/>
            <pc:sldMk cId="1671489736" sldId="262"/>
            <ac:spMk id="3" creationId="{9C9BBDBD-4A7F-40E8-ACF3-47301D30DD93}"/>
          </ac:spMkLst>
        </pc:spChg>
        <pc:picChg chg="add mod">
          <ac:chgData name="Yuxuan Wang" userId="eb803f08-5ce2-4d52-83f3-b615cea9393b" providerId="ADAL" clId="{4A5D6521-EC77-4667-A967-6AC55F37B707}" dt="2018-02-25T22:44:53.220" v="34" actId="1076"/>
          <ac:picMkLst>
            <pc:docMk/>
            <pc:sldMk cId="1671489736" sldId="262"/>
            <ac:picMk id="5" creationId="{C7C0914E-6D8A-40B3-BE74-062A9A160D22}"/>
          </ac:picMkLst>
        </pc:picChg>
      </pc:sldChg>
      <pc:sldChg chg="modSp add">
        <pc:chgData name="Yuxuan Wang" userId="eb803f08-5ce2-4d52-83f3-b615cea9393b" providerId="ADAL" clId="{4A5D6521-EC77-4667-A967-6AC55F37B707}" dt="2018-02-25T22:56:00.504" v="347" actId="255"/>
        <pc:sldMkLst>
          <pc:docMk/>
          <pc:sldMk cId="2735359968" sldId="263"/>
        </pc:sldMkLst>
        <pc:spChg chg="mod">
          <ac:chgData name="Yuxuan Wang" userId="eb803f08-5ce2-4d52-83f3-b615cea9393b" providerId="ADAL" clId="{4A5D6521-EC77-4667-A967-6AC55F37B707}" dt="2018-02-25T22:53:13.088" v="263" actId="20577"/>
          <ac:spMkLst>
            <pc:docMk/>
            <pc:sldMk cId="2735359968" sldId="263"/>
            <ac:spMk id="2" creationId="{0F4F4C27-A7BC-4F3C-991E-266B0A4A036C}"/>
          </ac:spMkLst>
        </pc:spChg>
        <pc:spChg chg="mod">
          <ac:chgData name="Yuxuan Wang" userId="eb803f08-5ce2-4d52-83f3-b615cea9393b" providerId="ADAL" clId="{4A5D6521-EC77-4667-A967-6AC55F37B707}" dt="2018-02-25T22:56:00.504" v="347" actId="255"/>
          <ac:spMkLst>
            <pc:docMk/>
            <pc:sldMk cId="2735359968" sldId="263"/>
            <ac:spMk id="3" creationId="{4C75AB8D-8DDF-4CAC-A808-8BB99BD23E7F}"/>
          </ac:spMkLst>
        </pc:spChg>
      </pc:sldChg>
      <pc:sldChg chg="addSp delSp modSp add modTransition">
        <pc:chgData name="Yuxuan Wang" userId="eb803f08-5ce2-4d52-83f3-b615cea9393b" providerId="ADAL" clId="{4A5D6521-EC77-4667-A967-6AC55F37B707}" dt="2018-02-27T04:58:27.118" v="1609" actId="20577"/>
        <pc:sldMkLst>
          <pc:docMk/>
          <pc:sldMk cId="2387038827" sldId="264"/>
        </pc:sldMkLst>
        <pc:spChg chg="mod">
          <ac:chgData name="Yuxuan Wang" userId="eb803f08-5ce2-4d52-83f3-b615cea9393b" providerId="ADAL" clId="{4A5D6521-EC77-4667-A967-6AC55F37B707}" dt="2018-02-25T22:57:24.294" v="384" actId="20577"/>
          <ac:spMkLst>
            <pc:docMk/>
            <pc:sldMk cId="2387038827" sldId="264"/>
            <ac:spMk id="2" creationId="{35976D84-2C22-4670-A125-AA869B7EC4CC}"/>
          </ac:spMkLst>
        </pc:spChg>
        <pc:spChg chg="del">
          <ac:chgData name="Yuxuan Wang" userId="eb803f08-5ce2-4d52-83f3-b615cea9393b" providerId="ADAL" clId="{4A5D6521-EC77-4667-A967-6AC55F37B707}" dt="2018-02-25T22:56:33.420" v="349" actId="20577"/>
          <ac:spMkLst>
            <pc:docMk/>
            <pc:sldMk cId="2387038827" sldId="264"/>
            <ac:spMk id="3" creationId="{7B91E83B-CEC3-4C23-93DF-CDCBC3EF7A84}"/>
          </ac:spMkLst>
        </pc:spChg>
        <pc:spChg chg="add mod">
          <ac:chgData name="Yuxuan Wang" userId="eb803f08-5ce2-4d52-83f3-b615cea9393b" providerId="ADAL" clId="{4A5D6521-EC77-4667-A967-6AC55F37B707}" dt="2018-02-25T22:57:29.821" v="386" actId="1076"/>
          <ac:spMkLst>
            <pc:docMk/>
            <pc:sldMk cId="2387038827" sldId="264"/>
            <ac:spMk id="8" creationId="{A8B4B9E9-FCA3-40F9-8C63-4014D1CFB9CA}"/>
          </ac:spMkLst>
        </pc:spChg>
        <pc:spChg chg="add del mod">
          <ac:chgData name="Yuxuan Wang" userId="eb803f08-5ce2-4d52-83f3-b615cea9393b" providerId="ADAL" clId="{4A5D6521-EC77-4667-A967-6AC55F37B707}" dt="2018-02-25T22:58:33.176" v="416" actId="478"/>
          <ac:spMkLst>
            <pc:docMk/>
            <pc:sldMk cId="2387038827" sldId="264"/>
            <ac:spMk id="9" creationId="{91355BB7-F799-4F7B-B5BD-11C255D2F92D}"/>
          </ac:spMkLst>
        </pc:spChg>
        <pc:spChg chg="add del">
          <ac:chgData name="Yuxuan Wang" userId="eb803f08-5ce2-4d52-83f3-b615cea9393b" providerId="ADAL" clId="{4A5D6521-EC77-4667-A967-6AC55F37B707}" dt="2018-02-25T22:58:28.818" v="412" actId="20577"/>
          <ac:spMkLst>
            <pc:docMk/>
            <pc:sldMk cId="2387038827" sldId="264"/>
            <ac:spMk id="10" creationId="{76949FFC-E317-4CDE-B2A7-05C98621741F}"/>
          </ac:spMkLst>
        </pc:spChg>
        <pc:spChg chg="add del">
          <ac:chgData name="Yuxuan Wang" userId="eb803f08-5ce2-4d52-83f3-b615cea9393b" providerId="ADAL" clId="{4A5D6521-EC77-4667-A967-6AC55F37B707}" dt="2018-02-25T22:58:30.648" v="414" actId="20577"/>
          <ac:spMkLst>
            <pc:docMk/>
            <pc:sldMk cId="2387038827" sldId="264"/>
            <ac:spMk id="11" creationId="{E671434F-A05B-4354-B32B-35A762EBF911}"/>
          </ac:spMkLst>
        </pc:spChg>
        <pc:spChg chg="add mod">
          <ac:chgData name="Yuxuan Wang" userId="eb803f08-5ce2-4d52-83f3-b615cea9393b" providerId="ADAL" clId="{4A5D6521-EC77-4667-A967-6AC55F37B707}" dt="2018-02-25T22:58:52.106" v="464" actId="1076"/>
          <ac:spMkLst>
            <pc:docMk/>
            <pc:sldMk cId="2387038827" sldId="264"/>
            <ac:spMk id="12" creationId="{2B4907EC-AA19-4BAD-AB24-67D8F60563B3}"/>
          </ac:spMkLst>
        </pc:spChg>
        <pc:spChg chg="add mod">
          <ac:chgData name="Yuxuan Wang" userId="eb803f08-5ce2-4d52-83f3-b615cea9393b" providerId="ADAL" clId="{4A5D6521-EC77-4667-A967-6AC55F37B707}" dt="2018-02-25T22:59:01.995" v="484" actId="20577"/>
          <ac:spMkLst>
            <pc:docMk/>
            <pc:sldMk cId="2387038827" sldId="264"/>
            <ac:spMk id="13" creationId="{C6A4965D-615C-4B48-9B10-5E1AD6C676F6}"/>
          </ac:spMkLst>
        </pc:spChg>
        <pc:picChg chg="add mod">
          <ac:chgData name="Yuxuan Wang" userId="eb803f08-5ce2-4d52-83f3-b615cea9393b" providerId="ADAL" clId="{4A5D6521-EC77-4667-A967-6AC55F37B707}" dt="2018-02-25T22:57:21.231" v="383" actId="1076"/>
          <ac:picMkLst>
            <pc:docMk/>
            <pc:sldMk cId="2387038827" sldId="264"/>
            <ac:picMk id="5" creationId="{21F40ADE-80B8-4E58-B2ED-0470395EF534}"/>
          </ac:picMkLst>
        </pc:picChg>
        <pc:picChg chg="add mod">
          <ac:chgData name="Yuxuan Wang" userId="eb803f08-5ce2-4d52-83f3-b615cea9393b" providerId="ADAL" clId="{4A5D6521-EC77-4667-A967-6AC55F37B707}" dt="2018-02-25T22:56:56.224" v="366" actId="1076"/>
          <ac:picMkLst>
            <pc:docMk/>
            <pc:sldMk cId="2387038827" sldId="264"/>
            <ac:picMk id="7" creationId="{1B6F7744-6E7E-4C27-BADB-1303C81E0223}"/>
          </ac:picMkLst>
        </pc:picChg>
      </pc:sldChg>
      <pc:sldChg chg="addSp delSp modSp add mod ord setBg">
        <pc:chgData name="Yuxuan Wang" userId="eb803f08-5ce2-4d52-83f3-b615cea9393b" providerId="ADAL" clId="{4A5D6521-EC77-4667-A967-6AC55F37B707}" dt="2018-02-27T05:44:33.678" v="1673" actId="20577"/>
        <pc:sldMkLst>
          <pc:docMk/>
          <pc:sldMk cId="4197238667" sldId="265"/>
        </pc:sldMkLst>
        <pc:spChg chg="mod">
          <ac:chgData name="Yuxuan Wang" userId="eb803f08-5ce2-4d52-83f3-b615cea9393b" providerId="ADAL" clId="{4A5D6521-EC77-4667-A967-6AC55F37B707}" dt="2018-02-27T05:44:33.678" v="1673" actId="20577"/>
          <ac:spMkLst>
            <pc:docMk/>
            <pc:sldMk cId="4197238667" sldId="265"/>
            <ac:spMk id="2" creationId="{0F4F4C27-A7BC-4F3C-991E-266B0A4A036C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8" creationId="{603AE127-802C-459A-A612-DB85B67F0DC0}"/>
          </ac:spMkLst>
        </pc:spChg>
        <pc:spChg chg="add del">
          <ac:chgData name="Yuxuan Wang" userId="eb803f08-5ce2-4d52-83f3-b615cea9393b" providerId="ADAL" clId="{4A5D6521-EC77-4667-A967-6AC55F37B707}" dt="2018-02-26T22:39:52.197" v="1340" actId="26606"/>
          <ac:spMkLst>
            <pc:docMk/>
            <pc:sldMk cId="4197238667" sldId="265"/>
            <ac:spMk id="10" creationId="{655AE6B0-AC9E-4167-806F-E9DB135FC46B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14" creationId="{B2205F6E-03C6-4E92-877C-E2482F6599AA}"/>
          </ac:spMkLst>
        </pc:spChg>
        <pc:spChg chg="add del">
          <ac:chgData name="Yuxuan Wang" userId="eb803f08-5ce2-4d52-83f3-b615cea9393b" providerId="ADAL" clId="{4A5D6521-EC77-4667-A967-6AC55F37B707}" dt="2018-02-26T22:39:52.197" v="1340" actId="26606"/>
          <ac:spMkLst>
            <pc:docMk/>
            <pc:sldMk cId="4197238667" sldId="265"/>
            <ac:spMk id="23" creationId="{87BD1F4E-A66D-4C06-86DA-8D56CA7A3B41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25" creationId="{9F4444CE-BC8D-4D61-B303-4C05614E62AB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26" creationId="{73772B81-181F-48B7-8826-4D9686D15DF5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29" creationId="{9323D83D-50D6-4040-A58B-FCEA340F886A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30" creationId="{F10FD715-4DCE-4779-B634-EC78315EA213}"/>
          </ac:spMkLst>
        </pc:spChg>
        <pc:spChg chg="ad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3" creationId="{655AE6B0-AC9E-4167-806F-E9DB135FC46B}"/>
          </ac:spMkLst>
        </pc:spChg>
        <pc:spChg chg="ad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6" creationId="{87BD1F4E-A66D-4C06-86DA-8D56CA7A3B41}"/>
          </ac:spMkLst>
        </pc:spChg>
        <pc:spChg chg="add del mo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8" creationId="{4C75AB8D-8DDF-4CAC-A808-8BB99BD23E7F}"/>
          </ac:spMkLst>
        </pc:spChg>
        <pc:grpChg chg="add del">
          <ac:chgData name="Yuxuan Wang" userId="eb803f08-5ce2-4d52-83f3-b615cea9393b" providerId="ADAL" clId="{4A5D6521-EC77-4667-A967-6AC55F37B707}" dt="2018-02-26T22:39:52.197" v="1340" actId="26606"/>
          <ac:grpSpMkLst>
            <pc:docMk/>
            <pc:sldMk cId="4197238667" sldId="265"/>
            <ac:grpSpMk id="12" creationId="{3523416A-383B-4FDC-B4C9-D8EDDFE9C043}"/>
          </ac:grpSpMkLst>
        </pc:grpChg>
        <pc:grpChg chg="add">
          <ac:chgData name="Yuxuan Wang" userId="eb803f08-5ce2-4d52-83f3-b615cea9393b" providerId="ADAL" clId="{4A5D6521-EC77-4667-A967-6AC55F37B707}" dt="2018-02-26T22:40:03.391" v="1349" actId="26606"/>
          <ac:grpSpMkLst>
            <pc:docMk/>
            <pc:sldMk cId="4197238667" sldId="265"/>
            <ac:grpSpMk id="34" creationId="{3523416A-383B-4FDC-B4C9-D8EDDFE9C043}"/>
          </ac:grpSpMkLst>
        </pc:grpChg>
        <pc:graphicFrameChg chg="add del">
          <ac:chgData name="Yuxuan Wang" userId="eb803f08-5ce2-4d52-83f3-b615cea9393b" providerId="ADAL" clId="{4A5D6521-EC77-4667-A967-6AC55F37B707}" dt="2018-02-26T22:39:52.197" v="1340" actId="26606"/>
          <ac:graphicFrameMkLst>
            <pc:docMk/>
            <pc:sldMk cId="4197238667" sldId="265"/>
            <ac:graphicFrameMk id="5" creationId="{6052CEDC-97DE-41BF-B828-74B21899B5FC}"/>
          </ac:graphicFrameMkLst>
        </pc:graphicFrameChg>
        <pc:graphicFrameChg chg="add del">
          <ac:chgData name="Yuxuan Wang" userId="eb803f08-5ce2-4d52-83f3-b615cea9393b" providerId="ADAL" clId="{4A5D6521-EC77-4667-A967-6AC55F37B707}" dt="2018-02-26T22:40:02.941" v="1344" actId="26606"/>
          <ac:graphicFrameMkLst>
            <pc:docMk/>
            <pc:sldMk cId="4197238667" sldId="265"/>
            <ac:graphicFrameMk id="27" creationId="{230007C5-664C-4938-A3FF-B304716C47F7}"/>
          </ac:graphicFrameMkLst>
        </pc:graphicFrameChg>
        <pc:graphicFrameChg chg="add mod">
          <ac:chgData name="Yuxuan Wang" userId="eb803f08-5ce2-4d52-83f3-b615cea9393b" providerId="ADAL" clId="{4A5D6521-EC77-4667-A967-6AC55F37B707}" dt="2018-02-26T22:42:28.058" v="1400" actId="255"/>
          <ac:graphicFrameMkLst>
            <pc:docMk/>
            <pc:sldMk cId="4197238667" sldId="265"/>
            <ac:graphicFrameMk id="37" creationId="{1D39D2A1-ED77-4723-B4A9-CA30A0658F79}"/>
          </ac:graphicFrameMkLst>
        </pc:graphicFrameChg>
        <pc:cxnChg chg="add del">
          <ac:chgData name="Yuxuan Wang" userId="eb803f08-5ce2-4d52-83f3-b615cea9393b" providerId="ADAL" clId="{4A5D6521-EC77-4667-A967-6AC55F37B707}" dt="2018-02-26T22:40:03.355" v="1347" actId="26606"/>
          <ac:cxnSpMkLst>
            <pc:docMk/>
            <pc:sldMk cId="4197238667" sldId="265"/>
            <ac:cxnSpMk id="31" creationId="{1A1FE6BB-DFB2-4080-9B5E-076EF5DDE67B}"/>
          </ac:cxnSpMkLst>
        </pc:cxnChg>
      </pc:sldChg>
      <pc:sldChg chg="addSp delSp modSp add">
        <pc:chgData name="Yuxuan Wang" userId="eb803f08-5ce2-4d52-83f3-b615cea9393b" providerId="ADAL" clId="{4A5D6521-EC77-4667-A967-6AC55F37B707}" dt="2018-02-25T23:11:49.465" v="803" actId="1076"/>
        <pc:sldMkLst>
          <pc:docMk/>
          <pc:sldMk cId="650413844" sldId="266"/>
        </pc:sldMkLst>
        <pc:spChg chg="del">
          <ac:chgData name="Yuxuan Wang" userId="eb803f08-5ce2-4d52-83f3-b615cea9393b" providerId="ADAL" clId="{4A5D6521-EC77-4667-A967-6AC55F37B707}" dt="2018-02-25T23:10:46.225" v="711" actId="478"/>
          <ac:spMkLst>
            <pc:docMk/>
            <pc:sldMk cId="650413844" sldId="266"/>
            <ac:spMk id="2" creationId="{20A3A40E-482E-4374-B151-F07D08289DF0}"/>
          </ac:spMkLst>
        </pc:spChg>
        <pc:spChg chg="del">
          <ac:chgData name="Yuxuan Wang" userId="eb803f08-5ce2-4d52-83f3-b615cea9393b" providerId="ADAL" clId="{4A5D6521-EC77-4667-A967-6AC55F37B707}" dt="2018-02-25T23:07:26.285" v="614" actId="1076"/>
          <ac:spMkLst>
            <pc:docMk/>
            <pc:sldMk cId="650413844" sldId="266"/>
            <ac:spMk id="3" creationId="{7C6C702C-9641-4756-B675-014D00129941}"/>
          </ac:spMkLst>
        </pc:spChg>
        <pc:spChg chg="add del mod">
          <ac:chgData name="Yuxuan Wang" userId="eb803f08-5ce2-4d52-83f3-b615cea9393b" providerId="ADAL" clId="{4A5D6521-EC77-4667-A967-6AC55F37B707}" dt="2018-02-25T23:10:47.331" v="712" actId="478"/>
          <ac:spMkLst>
            <pc:docMk/>
            <pc:sldMk cId="650413844" sldId="266"/>
            <ac:spMk id="10" creationId="{49AC6C18-CCE0-43E5-917F-01B1B9E55B37}"/>
          </ac:spMkLst>
        </pc:spChg>
        <pc:spChg chg="add mod">
          <ac:chgData name="Yuxuan Wang" userId="eb803f08-5ce2-4d52-83f3-b615cea9393b" providerId="ADAL" clId="{4A5D6521-EC77-4667-A967-6AC55F37B707}" dt="2018-02-25T23:11:16.260" v="782" actId="20577"/>
          <ac:spMkLst>
            <pc:docMk/>
            <pc:sldMk cId="650413844" sldId="266"/>
            <ac:spMk id="11" creationId="{BE8887BC-9653-4D85-A1C8-7898A91402AC}"/>
          </ac:spMkLst>
        </pc:spChg>
        <pc:picChg chg="add del mod">
          <ac:chgData name="Yuxuan Wang" userId="eb803f08-5ce2-4d52-83f3-b615cea9393b" providerId="ADAL" clId="{4A5D6521-EC77-4667-A967-6AC55F37B707}" dt="2018-02-25T23:08:08.603" v="626" actId="1076"/>
          <ac:picMkLst>
            <pc:docMk/>
            <pc:sldMk cId="650413844" sldId="266"/>
            <ac:picMk id="5" creationId="{A2537DC7-A967-400F-B6B2-5A0C860510E3}"/>
          </ac:picMkLst>
        </pc:picChg>
        <pc:picChg chg="add del mod">
          <ac:chgData name="Yuxuan Wang" userId="eb803f08-5ce2-4d52-83f3-b615cea9393b" providerId="ADAL" clId="{4A5D6521-EC77-4667-A967-6AC55F37B707}" dt="2018-02-25T23:07:38.534" v="621" actId="478"/>
          <ac:picMkLst>
            <pc:docMk/>
            <pc:sldMk cId="650413844" sldId="266"/>
            <ac:picMk id="7" creationId="{88D73AA3-9FB1-41B8-85F2-20FD45E16801}"/>
          </ac:picMkLst>
        </pc:picChg>
        <pc:picChg chg="add mod">
          <ac:chgData name="Yuxuan Wang" userId="eb803f08-5ce2-4d52-83f3-b615cea9393b" providerId="ADAL" clId="{4A5D6521-EC77-4667-A967-6AC55F37B707}" dt="2018-02-25T23:11:49.465" v="803" actId="1076"/>
          <ac:picMkLst>
            <pc:docMk/>
            <pc:sldMk cId="650413844" sldId="266"/>
            <ac:picMk id="9" creationId="{ABB88C64-3C65-4B3E-BD1E-05A487D0D305}"/>
          </ac:picMkLst>
        </pc:picChg>
      </pc:sldChg>
      <pc:sldChg chg="addSp delSp modSp add">
        <pc:chgData name="Yuxuan Wang" userId="eb803f08-5ce2-4d52-83f3-b615cea9393b" providerId="ADAL" clId="{4A5D6521-EC77-4667-A967-6AC55F37B707}" dt="2018-02-25T23:11:37.355" v="800" actId="1076"/>
        <pc:sldMkLst>
          <pc:docMk/>
          <pc:sldMk cId="874322335" sldId="267"/>
        </pc:sldMkLst>
        <pc:spChg chg="mod">
          <ac:chgData name="Yuxuan Wang" userId="eb803f08-5ce2-4d52-83f3-b615cea9393b" providerId="ADAL" clId="{4A5D6521-EC77-4667-A967-6AC55F37B707}" dt="2018-02-25T23:11:37.355" v="800" actId="1076"/>
          <ac:spMkLst>
            <pc:docMk/>
            <pc:sldMk cId="874322335" sldId="267"/>
            <ac:spMk id="2" creationId="{EA63DB3E-05A2-4111-842C-328BFC045244}"/>
          </ac:spMkLst>
        </pc:spChg>
        <pc:spChg chg="del">
          <ac:chgData name="Yuxuan Wang" userId="eb803f08-5ce2-4d52-83f3-b615cea9393b" providerId="ADAL" clId="{4A5D6521-EC77-4667-A967-6AC55F37B707}" dt="2018-02-25T23:08:13.837" v="628" actId="1076"/>
          <ac:spMkLst>
            <pc:docMk/>
            <pc:sldMk cId="874322335" sldId="267"/>
            <ac:spMk id="3" creationId="{39B316A2-60C3-414F-AF23-001830EC778B}"/>
          </ac:spMkLst>
        </pc:spChg>
        <pc:picChg chg="add mod">
          <ac:chgData name="Yuxuan Wang" userId="eb803f08-5ce2-4d52-83f3-b615cea9393b" providerId="ADAL" clId="{4A5D6521-EC77-4667-A967-6AC55F37B707}" dt="2018-02-25T23:08:40.598" v="710" actId="1076"/>
          <ac:picMkLst>
            <pc:docMk/>
            <pc:sldMk cId="874322335" sldId="267"/>
            <ac:picMk id="4" creationId="{8EB0FAED-BB94-4FC4-8461-F48074EEFD2F}"/>
          </ac:picMkLst>
        </pc:picChg>
      </pc:sldChg>
      <pc:sldChg chg="addSp delSp modSp add ord">
        <pc:chgData name="Yuxuan Wang" userId="eb803f08-5ce2-4d52-83f3-b615cea9393b" providerId="ADAL" clId="{4A5D6521-EC77-4667-A967-6AC55F37B707}" dt="2018-02-27T05:35:59.960" v="1664" actId="20577"/>
        <pc:sldMkLst>
          <pc:docMk/>
          <pc:sldMk cId="1798154119" sldId="268"/>
        </pc:sldMkLst>
        <pc:spChg chg="del">
          <ac:chgData name="Yuxuan Wang" userId="eb803f08-5ce2-4d52-83f3-b615cea9393b" providerId="ADAL" clId="{4A5D6521-EC77-4667-A967-6AC55F37B707}" dt="2018-02-25T23:13:51.218" v="825" actId="20577"/>
          <ac:spMkLst>
            <pc:docMk/>
            <pc:sldMk cId="1798154119" sldId="268"/>
            <ac:spMk id="2" creationId="{A6B1A8FB-768A-4D5D-A0A3-CDD8BE53ECE6}"/>
          </ac:spMkLst>
        </pc:spChg>
        <pc:spChg chg="del">
          <ac:chgData name="Yuxuan Wang" userId="eb803f08-5ce2-4d52-83f3-b615cea9393b" providerId="ADAL" clId="{4A5D6521-EC77-4667-A967-6AC55F37B707}" dt="2018-02-25T23:13:51.218" v="825" actId="20577"/>
          <ac:spMkLst>
            <pc:docMk/>
            <pc:sldMk cId="1798154119" sldId="268"/>
            <ac:spMk id="3" creationId="{0764F801-F715-4B3D-A3F7-48F6AD632F0F}"/>
          </ac:spMkLst>
        </pc:spChg>
        <pc:spChg chg="add mod">
          <ac:chgData name="Yuxuan Wang" userId="eb803f08-5ce2-4d52-83f3-b615cea9393b" providerId="ADAL" clId="{4A5D6521-EC77-4667-A967-6AC55F37B707}" dt="2018-02-27T05:35:59.960" v="1664" actId="20577"/>
          <ac:spMkLst>
            <pc:docMk/>
            <pc:sldMk cId="1798154119" sldId="268"/>
            <ac:spMk id="4" creationId="{3A7CCA0F-51F1-43B9-B1DA-FEE3712469B8}"/>
          </ac:spMkLst>
        </pc:spChg>
        <pc:spChg chg="add mod">
          <ac:chgData name="Yuxuan Wang" userId="eb803f08-5ce2-4d52-83f3-b615cea9393b" providerId="ADAL" clId="{4A5D6521-EC77-4667-A967-6AC55F37B707}" dt="2018-02-27T05:35:19.899" v="1660" actId="255"/>
          <ac:spMkLst>
            <pc:docMk/>
            <pc:sldMk cId="1798154119" sldId="268"/>
            <ac:spMk id="5" creationId="{42BC53A7-7047-41AD-BA16-2DC89CE42F96}"/>
          </ac:spMkLst>
        </pc:spChg>
      </pc:sldChg>
      <pc:sldChg chg="modSp add">
        <pc:chgData name="Yuxuan Wang" userId="eb803f08-5ce2-4d52-83f3-b615cea9393b" providerId="ADAL" clId="{4A5D6521-EC77-4667-A967-6AC55F37B707}" dt="2018-02-26T22:38:53.667" v="1318" actId="20577"/>
        <pc:sldMkLst>
          <pc:docMk/>
          <pc:sldMk cId="235368411" sldId="269"/>
        </pc:sldMkLst>
        <pc:spChg chg="mod">
          <ac:chgData name="Yuxuan Wang" userId="eb803f08-5ce2-4d52-83f3-b615cea9393b" providerId="ADAL" clId="{4A5D6521-EC77-4667-A967-6AC55F37B707}" dt="2018-02-26T22:38:53.667" v="1318" actId="20577"/>
          <ac:spMkLst>
            <pc:docMk/>
            <pc:sldMk cId="235368411" sldId="269"/>
            <ac:spMk id="2" creationId="{720DB2B1-9D95-44D4-A1F0-7C1961453B59}"/>
          </ac:spMkLst>
        </pc:spChg>
        <pc:spChg chg="mod">
          <ac:chgData name="Yuxuan Wang" userId="eb803f08-5ce2-4d52-83f3-b615cea9393b" providerId="ADAL" clId="{4A5D6521-EC77-4667-A967-6AC55F37B707}" dt="2018-02-26T22:38:35.515" v="1309" actId="5793"/>
          <ac:spMkLst>
            <pc:docMk/>
            <pc:sldMk cId="235368411" sldId="269"/>
            <ac:spMk id="3" creationId="{47B6B031-6A80-4C00-9AB8-F6B8A48C2248}"/>
          </ac:spMkLst>
        </pc:spChg>
      </pc:sldChg>
      <pc:sldChg chg="modSp add">
        <pc:chgData name="Yuxuan Wang" userId="eb803f08-5ce2-4d52-83f3-b615cea9393b" providerId="ADAL" clId="{4A5D6521-EC77-4667-A967-6AC55F37B707}" dt="2018-02-26T22:35:49.261" v="1153" actId="255"/>
        <pc:sldMkLst>
          <pc:docMk/>
          <pc:sldMk cId="3025181444" sldId="270"/>
        </pc:sldMkLst>
        <pc:spChg chg="mod">
          <ac:chgData name="Yuxuan Wang" userId="eb803f08-5ce2-4d52-83f3-b615cea9393b" providerId="ADAL" clId="{4A5D6521-EC77-4667-A967-6AC55F37B707}" dt="2018-02-26T21:36:39.175" v="960" actId="20577"/>
          <ac:spMkLst>
            <pc:docMk/>
            <pc:sldMk cId="3025181444" sldId="270"/>
            <ac:spMk id="2" creationId="{EF0B856D-E757-4C7D-AC26-45A5B7D74AE4}"/>
          </ac:spMkLst>
        </pc:spChg>
        <pc:spChg chg="mod">
          <ac:chgData name="Yuxuan Wang" userId="eb803f08-5ce2-4d52-83f3-b615cea9393b" providerId="ADAL" clId="{4A5D6521-EC77-4667-A967-6AC55F37B707}" dt="2018-02-26T22:35:49.261" v="1153" actId="255"/>
          <ac:spMkLst>
            <pc:docMk/>
            <pc:sldMk cId="3025181444" sldId="270"/>
            <ac:spMk id="3" creationId="{A4553C6B-4BC6-4B79-AB69-1CCAB9EBB162}"/>
          </ac:spMkLst>
        </pc:spChg>
      </pc:sldChg>
      <pc:sldChg chg="addSp delSp modSp add ord modTransition">
        <pc:chgData name="Yuxuan Wang" userId="eb803f08-5ce2-4d52-83f3-b615cea9393b" providerId="ADAL" clId="{4A5D6521-EC77-4667-A967-6AC55F37B707}" dt="2018-02-27T04:58:05.137" v="1608" actId="20577"/>
        <pc:sldMkLst>
          <pc:docMk/>
          <pc:sldMk cId="82796521" sldId="271"/>
        </pc:sldMkLst>
        <pc:spChg chg="del mod">
          <ac:chgData name="Yuxuan Wang" userId="eb803f08-5ce2-4d52-83f3-b615cea9393b" providerId="ADAL" clId="{4A5D6521-EC77-4667-A967-6AC55F37B707}" dt="2018-02-27T04:55:51.408" v="1489" actId="478"/>
          <ac:spMkLst>
            <pc:docMk/>
            <pc:sldMk cId="82796521" sldId="271"/>
            <ac:spMk id="2" creationId="{97044838-5AFA-42A4-B0A6-AC8145EBBFD5}"/>
          </ac:spMkLst>
        </pc:spChg>
        <pc:spChg chg="del mod">
          <ac:chgData name="Yuxuan Wang" userId="eb803f08-5ce2-4d52-83f3-b615cea9393b" providerId="ADAL" clId="{4A5D6521-EC77-4667-A967-6AC55F37B707}" dt="2018-02-26T22:30:02.719" v="1110" actId="478"/>
          <ac:spMkLst>
            <pc:docMk/>
            <pc:sldMk cId="82796521" sldId="271"/>
            <ac:spMk id="3" creationId="{5C60F565-73E1-45BA-A2F4-9316EB3EDFBB}"/>
          </ac:spMkLst>
        </pc:spChg>
        <pc:spChg chg="add del mod">
          <ac:chgData name="Yuxuan Wang" userId="eb803f08-5ce2-4d52-83f3-b615cea9393b" providerId="ADAL" clId="{4A5D6521-EC77-4667-A967-6AC55F37B707}" dt="2018-02-27T04:55:54.280" v="1491" actId="478"/>
          <ac:spMkLst>
            <pc:docMk/>
            <pc:sldMk cId="82796521" sldId="271"/>
            <ac:spMk id="4" creationId="{BC2C06BC-D27E-4741-953F-2B6CD0F2C263}"/>
          </ac:spMkLst>
        </pc:spChg>
        <pc:spChg chg="add mod">
          <ac:chgData name="Yuxuan Wang" userId="eb803f08-5ce2-4d52-83f3-b615cea9393b" providerId="ADAL" clId="{4A5D6521-EC77-4667-A967-6AC55F37B707}" dt="2018-02-27T04:57:54.060" v="1607" actId="20577"/>
          <ac:spMkLst>
            <pc:docMk/>
            <pc:sldMk cId="82796521" sldId="271"/>
            <ac:spMk id="6" creationId="{4966C508-E676-4226-BB3F-67C395DDC828}"/>
          </ac:spMkLst>
        </pc:spChg>
        <pc:spChg chg="add del mod">
          <ac:chgData name="Yuxuan Wang" userId="eb803f08-5ce2-4d52-83f3-b615cea9393b" providerId="ADAL" clId="{4A5D6521-EC77-4667-A967-6AC55F37B707}" dt="2018-02-26T22:30:04.417" v="1111" actId="478"/>
          <ac:spMkLst>
            <pc:docMk/>
            <pc:sldMk cId="82796521" sldId="271"/>
            <ac:spMk id="7" creationId="{1C3F344C-289A-4CEC-9F3C-F85661C9D127}"/>
          </ac:spMkLst>
        </pc:spChg>
        <pc:picChg chg="add mod">
          <ac:chgData name="Yuxuan Wang" userId="eb803f08-5ce2-4d52-83f3-b615cea9393b" providerId="ADAL" clId="{4A5D6521-EC77-4667-A967-6AC55F37B707}" dt="2018-02-26T22:30:09.397" v="1114" actId="1076"/>
          <ac:picMkLst>
            <pc:docMk/>
            <pc:sldMk cId="82796521" sldId="271"/>
            <ac:picMk id="5" creationId="{00A135B6-6C6E-4C26-93B6-B1015F0D8FE7}"/>
          </ac:picMkLst>
        </pc:picChg>
      </pc:sldChg>
      <pc:sldChg chg="modSp add ord">
        <pc:chgData name="Yuxuan Wang" userId="eb803f08-5ce2-4d52-83f3-b615cea9393b" providerId="ADAL" clId="{4A5D6521-EC77-4667-A967-6AC55F37B707}" dt="2018-02-26T22:49:11.714" v="1488" actId="20577"/>
        <pc:sldMkLst>
          <pc:docMk/>
          <pc:sldMk cId="1066543228" sldId="272"/>
        </pc:sldMkLst>
        <pc:spChg chg="mod">
          <ac:chgData name="Yuxuan Wang" userId="eb803f08-5ce2-4d52-83f3-b615cea9393b" providerId="ADAL" clId="{4A5D6521-EC77-4667-A967-6AC55F37B707}" dt="2018-02-26T21:39:16.810" v="984" actId="20577"/>
          <ac:spMkLst>
            <pc:docMk/>
            <pc:sldMk cId="1066543228" sldId="272"/>
            <ac:spMk id="2" creationId="{F3961290-2A29-4E80-9707-8013DB5FCB98}"/>
          </ac:spMkLst>
        </pc:spChg>
        <pc:spChg chg="mod">
          <ac:chgData name="Yuxuan Wang" userId="eb803f08-5ce2-4d52-83f3-b615cea9393b" providerId="ADAL" clId="{4A5D6521-EC77-4667-A967-6AC55F37B707}" dt="2018-02-26T22:49:11.714" v="1488" actId="20577"/>
          <ac:spMkLst>
            <pc:docMk/>
            <pc:sldMk cId="1066543228" sldId="272"/>
            <ac:spMk id="3" creationId="{CE204823-A679-4207-B200-D038C6E7FC00}"/>
          </ac:spMkLst>
        </pc:spChg>
      </pc:sldChg>
      <pc:sldChg chg="addSp delSp modSp add modAnim">
        <pc:chgData name="Yuxuan Wang" userId="eb803f08-5ce2-4d52-83f3-b615cea9393b" providerId="ADAL" clId="{4A5D6521-EC77-4667-A967-6AC55F37B707}" dt="2018-02-27T05:06:07.179" v="1643" actId="20577"/>
        <pc:sldMkLst>
          <pc:docMk/>
          <pc:sldMk cId="1081944461" sldId="273"/>
        </pc:sldMkLst>
        <pc:spChg chg="mod">
          <ac:chgData name="Yuxuan Wang" userId="eb803f08-5ce2-4d52-83f3-b615cea9393b" providerId="ADAL" clId="{4A5D6521-EC77-4667-A967-6AC55F37B707}" dt="2018-02-27T05:06:00.233" v="1640" actId="1076"/>
          <ac:spMkLst>
            <pc:docMk/>
            <pc:sldMk cId="1081944461" sldId="273"/>
            <ac:spMk id="2" creationId="{3F02B9D5-9000-43A3-A0AE-7BFC56A2DCB8}"/>
          </ac:spMkLst>
        </pc:spChg>
        <pc:spChg chg="mod">
          <ac:chgData name="Yuxuan Wang" userId="eb803f08-5ce2-4d52-83f3-b615cea9393b" providerId="ADAL" clId="{4A5D6521-EC77-4667-A967-6AC55F37B707}" dt="2018-02-26T22:46:07.191" v="1438" actId="14100"/>
          <ac:spMkLst>
            <pc:docMk/>
            <pc:sldMk cId="1081944461" sldId="273"/>
            <ac:spMk id="3" creationId="{90BEEA90-39AF-4FBA-9CB7-F4CD9C629CB9}"/>
          </ac:spMkLst>
        </pc:spChg>
        <pc:spChg chg="add del mod">
          <ac:chgData name="Yuxuan Wang" userId="eb803f08-5ce2-4d52-83f3-b615cea9393b" providerId="ADAL" clId="{4A5D6521-EC77-4667-A967-6AC55F37B707}" dt="2018-02-26T22:45:52" v="1433" actId="478"/>
          <ac:spMkLst>
            <pc:docMk/>
            <pc:sldMk cId="1081944461" sldId="273"/>
            <ac:spMk id="4" creationId="{1F7FD0A1-1635-42A4-9CA9-F8C672CDE1F4}"/>
          </ac:spMkLst>
        </pc:spChg>
        <pc:spChg chg="add del">
          <ac:chgData name="Yuxuan Wang" userId="eb803f08-5ce2-4d52-83f3-b615cea9393b" providerId="ADAL" clId="{4A5D6521-EC77-4667-A967-6AC55F37B707}" dt="2018-02-26T22:45:56.839" v="1435" actId="20577"/>
          <ac:spMkLst>
            <pc:docMk/>
            <pc:sldMk cId="1081944461" sldId="273"/>
            <ac:spMk id="5" creationId="{E2C932A1-36C1-4F2D-90B1-56FA44B3F48B}"/>
          </ac:spMkLst>
        </pc:spChg>
        <pc:spChg chg="add del">
          <ac:chgData name="Yuxuan Wang" userId="eb803f08-5ce2-4d52-83f3-b615cea9393b" providerId="ADAL" clId="{4A5D6521-EC77-4667-A967-6AC55F37B707}" dt="2018-02-26T22:45:56.839" v="1435" actId="20577"/>
          <ac:spMkLst>
            <pc:docMk/>
            <pc:sldMk cId="1081944461" sldId="273"/>
            <ac:spMk id="6" creationId="{99C03C25-2411-4081-ACB9-5F3DE74E0851}"/>
          </ac:spMkLst>
        </pc:spChg>
        <pc:spChg chg="add del">
          <ac:chgData name="Yuxuan Wang" userId="eb803f08-5ce2-4d52-83f3-b615cea9393b" providerId="ADAL" clId="{4A5D6521-EC77-4667-A967-6AC55F37B707}" dt="2018-02-26T22:46:02.921" v="1437" actId="20577"/>
          <ac:spMkLst>
            <pc:docMk/>
            <pc:sldMk cId="1081944461" sldId="273"/>
            <ac:spMk id="7" creationId="{75182E8A-B6C0-42A3-8416-CD1D61E4B447}"/>
          </ac:spMkLst>
        </pc:spChg>
        <pc:spChg chg="add del">
          <ac:chgData name="Yuxuan Wang" userId="eb803f08-5ce2-4d52-83f3-b615cea9393b" providerId="ADAL" clId="{4A5D6521-EC77-4667-A967-6AC55F37B707}" dt="2018-02-26T22:46:02.921" v="1437" actId="20577"/>
          <ac:spMkLst>
            <pc:docMk/>
            <pc:sldMk cId="1081944461" sldId="273"/>
            <ac:spMk id="8" creationId="{F566E5FC-DDF2-4468-AA98-7678606A0CBA}"/>
          </ac:spMkLst>
        </pc:spChg>
        <pc:spChg chg="add mod">
          <ac:chgData name="Yuxuan Wang" userId="eb803f08-5ce2-4d52-83f3-b615cea9393b" providerId="ADAL" clId="{4A5D6521-EC77-4667-A967-6AC55F37B707}" dt="2018-02-26T22:46:14.140" v="1444" actId="20577"/>
          <ac:spMkLst>
            <pc:docMk/>
            <pc:sldMk cId="1081944461" sldId="273"/>
            <ac:spMk id="9" creationId="{123F0D8C-107B-48E1-A373-1B2314B8129B}"/>
          </ac:spMkLst>
        </pc:spChg>
        <pc:spChg chg="add mod">
          <ac:chgData name="Yuxuan Wang" userId="eb803f08-5ce2-4d52-83f3-b615cea9393b" providerId="ADAL" clId="{4A5D6521-EC77-4667-A967-6AC55F37B707}" dt="2018-02-26T22:46:17.732" v="1459" actId="20577"/>
          <ac:spMkLst>
            <pc:docMk/>
            <pc:sldMk cId="1081944461" sldId="273"/>
            <ac:spMk id="10" creationId="{6CAC8027-65FD-4D94-8E74-289D34C66AEA}"/>
          </ac:spMkLst>
        </pc:spChg>
      </pc:sldChg>
      <pc:sldChg chg="addSp delSp modSp add modAnim">
        <pc:chgData name="Yuxuan Wang" userId="eb803f08-5ce2-4d52-83f3-b615cea9393b" providerId="ADAL" clId="{4A5D6521-EC77-4667-A967-6AC55F37B707}" dt="2018-02-27T04:57:41.500" v="1594" actId="20577"/>
        <pc:sldMkLst>
          <pc:docMk/>
          <pc:sldMk cId="817129120" sldId="274"/>
        </pc:sldMkLst>
        <pc:spChg chg="mod">
          <ac:chgData name="Yuxuan Wang" userId="eb803f08-5ce2-4d52-83f3-b615cea9393b" providerId="ADAL" clId="{4A5D6521-EC77-4667-A967-6AC55F37B707}" dt="2018-02-27T04:56:24.803" v="1532" actId="1076"/>
          <ac:spMkLst>
            <pc:docMk/>
            <pc:sldMk cId="817129120" sldId="274"/>
            <ac:spMk id="2" creationId="{24508C72-1680-47AE-B90C-14BCE1B4D717}"/>
          </ac:spMkLst>
        </pc:spChg>
        <pc:spChg chg="del">
          <ac:chgData name="Yuxuan Wang" userId="eb803f08-5ce2-4d52-83f3-b615cea9393b" providerId="ADAL" clId="{4A5D6521-EC77-4667-A967-6AC55F37B707}" dt="2018-02-27T04:56:06.499" v="1494" actId="20577"/>
          <ac:spMkLst>
            <pc:docMk/>
            <pc:sldMk cId="817129120" sldId="274"/>
            <ac:spMk id="3" creationId="{628B59CD-7AB7-43DF-A39B-EF9EEC0B73E7}"/>
          </ac:spMkLst>
        </pc:spChg>
        <pc:spChg chg="add del mod">
          <ac:chgData name="Yuxuan Wang" userId="eb803f08-5ce2-4d52-83f3-b615cea9393b" providerId="ADAL" clId="{4A5D6521-EC77-4667-A967-6AC55F37B707}" dt="2018-02-27T04:56:10.646" v="1496" actId="20577"/>
          <ac:spMkLst>
            <pc:docMk/>
            <pc:sldMk cId="817129120" sldId="274"/>
            <ac:spMk id="7" creationId="{761E50F2-88EE-4DBE-9A56-FC5CA709B3C1}"/>
          </ac:spMkLst>
        </pc:spChg>
        <pc:picChg chg="add del mod">
          <ac:chgData name="Yuxuan Wang" userId="eb803f08-5ce2-4d52-83f3-b615cea9393b" providerId="ADAL" clId="{4A5D6521-EC77-4667-A967-6AC55F37B707}" dt="2018-02-27T04:56:08.100" v="1495" actId="478"/>
          <ac:picMkLst>
            <pc:docMk/>
            <pc:sldMk cId="817129120" sldId="274"/>
            <ac:picMk id="5" creationId="{CF619828-4BEC-496D-8694-2C80B7101AF2}"/>
          </ac:picMkLst>
        </pc:picChg>
        <pc:picChg chg="add mod">
          <ac:chgData name="Yuxuan Wang" userId="eb803f08-5ce2-4d52-83f3-b615cea9393b" providerId="ADAL" clId="{4A5D6521-EC77-4667-A967-6AC55F37B707}" dt="2018-02-27T04:56:16.035" v="1499" actId="1076"/>
          <ac:picMkLst>
            <pc:docMk/>
            <pc:sldMk cId="817129120" sldId="274"/>
            <ac:picMk id="9" creationId="{80467F42-9088-4F64-993E-09FD764AC5E3}"/>
          </ac:picMkLst>
        </pc:picChg>
      </pc:sldChg>
      <pc:sldChg chg="addSp delSp modSp add modAnim">
        <pc:chgData name="Yuxuan Wang" userId="eb803f08-5ce2-4d52-83f3-b615cea9393b" providerId="ADAL" clId="{4A5D6521-EC77-4667-A967-6AC55F37B707}" dt="2018-02-27T04:57:39.407" v="1593" actId="20577"/>
        <pc:sldMkLst>
          <pc:docMk/>
          <pc:sldMk cId="1233789483" sldId="275"/>
        </pc:sldMkLst>
        <pc:spChg chg="del">
          <ac:chgData name="Yuxuan Wang" userId="eb803f08-5ce2-4d52-83f3-b615cea9393b" providerId="ADAL" clId="{4A5D6521-EC77-4667-A967-6AC55F37B707}" dt="2018-02-27T04:56:29.377" v="1534" actId="478"/>
          <ac:spMkLst>
            <pc:docMk/>
            <pc:sldMk cId="1233789483" sldId="275"/>
            <ac:spMk id="2" creationId="{CED36276-A32E-42C6-944F-1BEBD51A9FFE}"/>
          </ac:spMkLst>
        </pc:spChg>
        <pc:spChg chg="del">
          <ac:chgData name="Yuxuan Wang" userId="eb803f08-5ce2-4d52-83f3-b615cea9393b" providerId="ADAL" clId="{4A5D6521-EC77-4667-A967-6AC55F37B707}" dt="2018-02-27T04:56:30.225" v="1535" actId="478"/>
          <ac:spMkLst>
            <pc:docMk/>
            <pc:sldMk cId="1233789483" sldId="275"/>
            <ac:spMk id="3" creationId="{628EB27D-51A0-45FC-A869-4222FFE3A5E7}"/>
          </ac:spMkLst>
        </pc:spChg>
        <pc:spChg chg="add mod">
          <ac:chgData name="Yuxuan Wang" userId="eb803f08-5ce2-4d52-83f3-b615cea9393b" providerId="ADAL" clId="{4A5D6521-EC77-4667-A967-6AC55F37B707}" dt="2018-02-27T04:56:51.580" v="1589" actId="20577"/>
          <ac:spMkLst>
            <pc:docMk/>
            <pc:sldMk cId="1233789483" sldId="275"/>
            <ac:spMk id="7" creationId="{FB343054-EB9B-4CAE-A1DD-C8B92D87F8A9}"/>
          </ac:spMkLst>
        </pc:spChg>
        <pc:picChg chg="add del">
          <ac:chgData name="Yuxuan Wang" userId="eb803f08-5ce2-4d52-83f3-b615cea9393b" providerId="ADAL" clId="{4A5D6521-EC77-4667-A967-6AC55F37B707}" dt="2018-02-27T04:56:32.949" v="1536" actId="478"/>
          <ac:picMkLst>
            <pc:docMk/>
            <pc:sldMk cId="1233789483" sldId="275"/>
            <ac:picMk id="4" creationId="{EAD6A2D6-0531-4293-9631-C5275DA96DA0}"/>
          </ac:picMkLst>
        </pc:picChg>
        <pc:picChg chg="add mod">
          <ac:chgData name="Yuxuan Wang" userId="eb803f08-5ce2-4d52-83f3-b615cea9393b" providerId="ADAL" clId="{4A5D6521-EC77-4667-A967-6AC55F37B707}" dt="2018-02-27T04:56:54.157" v="1590" actId="14100"/>
          <ac:picMkLst>
            <pc:docMk/>
            <pc:sldMk cId="1233789483" sldId="275"/>
            <ac:picMk id="6" creationId="{3F3D6565-3185-49D3-872E-0685AB69C993}"/>
          </ac:picMkLst>
        </pc:picChg>
      </pc:sldChg>
    </pc:docChg>
  </pc:docChgLst>
  <pc:docChgLst>
    <pc:chgData name="Yuxuan Wang" userId="eb803f08-5ce2-4d52-83f3-b615cea9393b" providerId="ADAL" clId="{D5543F70-6F2C-4D60-9039-03D554A08B88}"/>
    <pc:docChg chg="modSld">
      <pc:chgData name="Yuxuan Wang" userId="eb803f08-5ce2-4d52-83f3-b615cea9393b" providerId="ADAL" clId="{D5543F70-6F2C-4D60-9039-03D554A08B88}" dt="2018-02-27T21:46:40.041" v="108" actId="1076"/>
      <pc:docMkLst>
        <pc:docMk/>
      </pc:docMkLst>
      <pc:sldChg chg="modSp">
        <pc:chgData name="Yuxuan Wang" userId="eb803f08-5ce2-4d52-83f3-b615cea9393b" providerId="ADAL" clId="{D5543F70-6F2C-4D60-9039-03D554A08B88}" dt="2018-02-27T21:46:40.041" v="108" actId="1076"/>
        <pc:sldMkLst>
          <pc:docMk/>
          <pc:sldMk cId="2387038827" sldId="264"/>
        </pc:sldMkLst>
        <pc:picChg chg="mod">
          <ac:chgData name="Yuxuan Wang" userId="eb803f08-5ce2-4d52-83f3-b615cea9393b" providerId="ADAL" clId="{D5543F70-6F2C-4D60-9039-03D554A08B88}" dt="2018-02-27T21:46:40.041" v="108" actId="1076"/>
          <ac:picMkLst>
            <pc:docMk/>
            <pc:sldMk cId="2387038827" sldId="264"/>
            <ac:picMk id="7" creationId="{1B6F7744-6E7E-4C27-BADB-1303C81E0223}"/>
          </ac:picMkLst>
        </pc:picChg>
      </pc:sldChg>
      <pc:sldChg chg="modSp">
        <pc:chgData name="Yuxuan Wang" userId="eb803f08-5ce2-4d52-83f3-b615cea9393b" providerId="ADAL" clId="{D5543F70-6F2C-4D60-9039-03D554A08B88}" dt="2018-02-27T14:29:05.639" v="77" actId="20577"/>
        <pc:sldMkLst>
          <pc:docMk/>
          <pc:sldMk cId="4197238667" sldId="265"/>
        </pc:sldMkLst>
        <pc:spChg chg="mod">
          <ac:chgData name="Yuxuan Wang" userId="eb803f08-5ce2-4d52-83f3-b615cea9393b" providerId="ADAL" clId="{D5543F70-6F2C-4D60-9039-03D554A08B88}" dt="2018-02-27T14:29:05.639" v="77" actId="20577"/>
          <ac:spMkLst>
            <pc:docMk/>
            <pc:sldMk cId="4197238667" sldId="265"/>
            <ac:spMk id="2" creationId="{0F4F4C27-A7BC-4F3C-991E-266B0A4A036C}"/>
          </ac:spMkLst>
        </pc:spChg>
      </pc:sldChg>
      <pc:sldChg chg="modSp">
        <pc:chgData name="Yuxuan Wang" userId="eb803f08-5ce2-4d52-83f3-b615cea9393b" providerId="ADAL" clId="{D5543F70-6F2C-4D60-9039-03D554A08B88}" dt="2018-02-27T15:00:58.666" v="107" actId="20577"/>
        <pc:sldMkLst>
          <pc:docMk/>
          <pc:sldMk cId="1798154119" sldId="268"/>
        </pc:sldMkLst>
        <pc:spChg chg="mod">
          <ac:chgData name="Yuxuan Wang" userId="eb803f08-5ce2-4d52-83f3-b615cea9393b" providerId="ADAL" clId="{D5543F70-6F2C-4D60-9039-03D554A08B88}" dt="2018-02-27T15:00:58.666" v="107" actId="20577"/>
          <ac:spMkLst>
            <pc:docMk/>
            <pc:sldMk cId="1798154119" sldId="268"/>
            <ac:spMk id="5" creationId="{42BC53A7-7047-41AD-BA16-2DC89CE42F96}"/>
          </ac:spMkLst>
        </pc:spChg>
      </pc:sldChg>
      <pc:sldChg chg="modAnim modNotesTx">
        <pc:chgData name="Yuxuan Wang" userId="eb803f08-5ce2-4d52-83f3-b615cea9393b" providerId="ADAL" clId="{D5543F70-6F2C-4D60-9039-03D554A08B88}" dt="2018-02-27T14:24:05.319" v="75" actId="20577"/>
        <pc:sldMkLst>
          <pc:docMk/>
          <pc:sldMk cId="1081944461" sldId="27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FA59D-FF8E-4C30-8941-EA66D4F2019B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F7C5143-F54B-4414-968D-AA1CB4E5D63C}">
      <dgm:prSet/>
      <dgm:spPr/>
      <dgm:t>
        <a:bodyPr/>
        <a:lstStyle/>
        <a:p>
          <a:r>
            <a:rPr lang="en-US"/>
            <a:t>Tit for tat</a:t>
          </a:r>
        </a:p>
      </dgm:t>
    </dgm:pt>
    <dgm:pt modelId="{8700414C-805E-4EE9-B272-E7183D5F51B0}" type="parTrans" cxnId="{6FCC2288-1E5A-46DD-B763-D2B78A94E8F1}">
      <dgm:prSet/>
      <dgm:spPr/>
      <dgm:t>
        <a:bodyPr/>
        <a:lstStyle/>
        <a:p>
          <a:endParaRPr lang="en-US"/>
        </a:p>
      </dgm:t>
    </dgm:pt>
    <dgm:pt modelId="{791FAF7E-29A5-4EE0-A71A-81503D93CC07}" type="sibTrans" cxnId="{6FCC2288-1E5A-46DD-B763-D2B78A94E8F1}">
      <dgm:prSet/>
      <dgm:spPr/>
      <dgm:t>
        <a:bodyPr/>
        <a:lstStyle/>
        <a:p>
          <a:endParaRPr lang="en-US"/>
        </a:p>
      </dgm:t>
    </dgm:pt>
    <dgm:pt modelId="{382DE500-053F-4EF8-B674-3A2BDB69DEF1}">
      <dgm:prSet/>
      <dgm:spPr/>
      <dgm:t>
        <a:bodyPr/>
        <a:lstStyle/>
        <a:p>
          <a:r>
            <a:rPr lang="en-US"/>
            <a:t>Historical Average</a:t>
          </a:r>
        </a:p>
      </dgm:t>
    </dgm:pt>
    <dgm:pt modelId="{A112AB6C-5B2F-457E-AF2A-7E7C73A882B4}" type="parTrans" cxnId="{72E80959-36D9-4465-B24E-70564F380628}">
      <dgm:prSet/>
      <dgm:spPr/>
      <dgm:t>
        <a:bodyPr/>
        <a:lstStyle/>
        <a:p>
          <a:endParaRPr lang="en-US"/>
        </a:p>
      </dgm:t>
    </dgm:pt>
    <dgm:pt modelId="{D40E2A9A-93DD-4510-809A-42991963174E}" type="sibTrans" cxnId="{72E80959-36D9-4465-B24E-70564F380628}">
      <dgm:prSet/>
      <dgm:spPr/>
      <dgm:t>
        <a:bodyPr/>
        <a:lstStyle/>
        <a:p>
          <a:endParaRPr lang="en-US"/>
        </a:p>
      </dgm:t>
    </dgm:pt>
    <dgm:pt modelId="{24023BB8-34EF-440F-B380-FFB6606A1E1C}">
      <dgm:prSet custT="1"/>
      <dgm:spPr/>
      <dgm:t>
        <a:bodyPr/>
        <a:lstStyle/>
        <a:p>
          <a:r>
            <a:rPr lang="en-US" sz="3100" b="1" dirty="0"/>
            <a:t>Expectation </a:t>
          </a:r>
          <a:r>
            <a:rPr lang="en-US" sz="1800" b="1" dirty="0"/>
            <a:t>(Gary Ng, Wing Au)</a:t>
          </a:r>
          <a:endParaRPr lang="en-US" sz="1800" dirty="0"/>
        </a:p>
      </dgm:t>
    </dgm:pt>
    <dgm:pt modelId="{0564AC5B-6AD9-465C-9B8C-55CDB9D27FC6}" type="parTrans" cxnId="{37D45D23-A560-4BFF-B6D8-9C25EF25EADD}">
      <dgm:prSet/>
      <dgm:spPr/>
      <dgm:t>
        <a:bodyPr/>
        <a:lstStyle/>
        <a:p>
          <a:endParaRPr lang="en-US"/>
        </a:p>
      </dgm:t>
    </dgm:pt>
    <dgm:pt modelId="{A8E7BB9A-B6BB-4B5F-AEC6-DD2B5CD22D86}" type="sibTrans" cxnId="{37D45D23-A560-4BFF-B6D8-9C25EF25EADD}">
      <dgm:prSet/>
      <dgm:spPr/>
      <dgm:t>
        <a:bodyPr/>
        <a:lstStyle/>
        <a:p>
          <a:endParaRPr lang="en-US"/>
        </a:p>
      </dgm:t>
    </dgm:pt>
    <dgm:pt modelId="{F223AF50-2559-49E0-9935-A05B6935687F}">
      <dgm:prSet/>
      <dgm:spPr/>
      <dgm:t>
        <a:bodyPr/>
        <a:lstStyle/>
        <a:p>
          <a:r>
            <a:rPr lang="en-US" b="1"/>
            <a:t>Adaptive Expectation</a:t>
          </a:r>
          <a:endParaRPr lang="en-US"/>
        </a:p>
      </dgm:t>
    </dgm:pt>
    <dgm:pt modelId="{89026BD0-2661-420B-A0E6-F04681A76600}" type="parTrans" cxnId="{BC72C1C0-DD05-4B9B-95A5-29D8408AE7DC}">
      <dgm:prSet/>
      <dgm:spPr/>
      <dgm:t>
        <a:bodyPr/>
        <a:lstStyle/>
        <a:p>
          <a:endParaRPr lang="en-US"/>
        </a:p>
      </dgm:t>
    </dgm:pt>
    <dgm:pt modelId="{BD22DD58-ABC1-4EAD-B6E0-F2862B28C3FC}" type="sibTrans" cxnId="{BC72C1C0-DD05-4B9B-95A5-29D8408AE7DC}">
      <dgm:prSet/>
      <dgm:spPr/>
      <dgm:t>
        <a:bodyPr/>
        <a:lstStyle/>
        <a:p>
          <a:endParaRPr lang="en-US"/>
        </a:p>
      </dgm:t>
    </dgm:pt>
    <dgm:pt modelId="{FF646445-C3B0-485D-A783-4B169A346BF6}">
      <dgm:prSet/>
      <dgm:spPr/>
      <dgm:t>
        <a:bodyPr/>
        <a:lstStyle/>
        <a:p>
          <a:r>
            <a:rPr lang="en-US" b="1"/>
            <a:t>Greedy Expectation</a:t>
          </a:r>
          <a:endParaRPr lang="en-US"/>
        </a:p>
      </dgm:t>
    </dgm:pt>
    <dgm:pt modelId="{4CB2961C-E2C2-4589-B1BE-6CCC0105B5ED}" type="parTrans" cxnId="{8B5553F1-2BB3-47C2-A45E-5E1B7BA4C99F}">
      <dgm:prSet/>
      <dgm:spPr/>
      <dgm:t>
        <a:bodyPr/>
        <a:lstStyle/>
        <a:p>
          <a:endParaRPr lang="en-US"/>
        </a:p>
      </dgm:t>
    </dgm:pt>
    <dgm:pt modelId="{F60B8A6F-1A31-4102-92CF-4DE20EA707C6}" type="sibTrans" cxnId="{8B5553F1-2BB3-47C2-A45E-5E1B7BA4C99F}">
      <dgm:prSet/>
      <dgm:spPr/>
      <dgm:t>
        <a:bodyPr/>
        <a:lstStyle/>
        <a:p>
          <a:endParaRPr lang="en-US"/>
        </a:p>
      </dgm:t>
    </dgm:pt>
    <dgm:pt modelId="{3845343D-3A2D-42FC-B4DC-B720946E3A9D}">
      <dgm:prSet custT="1"/>
      <dgm:spPr/>
      <dgm:t>
        <a:bodyPr/>
        <a:lstStyle/>
        <a:p>
          <a:r>
            <a:rPr lang="en-US" sz="2600" b="1" dirty="0"/>
            <a:t>Expectation with risk </a:t>
          </a:r>
          <a:r>
            <a:rPr lang="en-US" sz="1800" b="1" dirty="0"/>
            <a:t>(Gary Ng, Wing Au)</a:t>
          </a:r>
          <a:endParaRPr lang="en-US" sz="1800" dirty="0"/>
        </a:p>
      </dgm:t>
    </dgm:pt>
    <dgm:pt modelId="{0AAF2105-7709-45A1-93AE-8AE80FB3EFA7}" type="parTrans" cxnId="{5045B9BF-C40D-48B7-B034-A79B1EEEFE91}">
      <dgm:prSet/>
      <dgm:spPr/>
      <dgm:t>
        <a:bodyPr/>
        <a:lstStyle/>
        <a:p>
          <a:endParaRPr lang="en-US"/>
        </a:p>
      </dgm:t>
    </dgm:pt>
    <dgm:pt modelId="{C4CE095C-325F-4CF8-8F8E-20B0F2384C26}" type="sibTrans" cxnId="{5045B9BF-C40D-48B7-B034-A79B1EEEFE91}">
      <dgm:prSet/>
      <dgm:spPr/>
      <dgm:t>
        <a:bodyPr/>
        <a:lstStyle/>
        <a:p>
          <a:endParaRPr lang="en-US"/>
        </a:p>
      </dgm:t>
    </dgm:pt>
    <dgm:pt modelId="{A39FFF72-1010-4B50-9A55-B1D8A237EBC5}" type="pres">
      <dgm:prSet presAssocID="{AC0FA59D-FF8E-4C30-8941-EA66D4F2019B}" presName="diagram" presStyleCnt="0">
        <dgm:presLayoutVars>
          <dgm:dir/>
          <dgm:resizeHandles val="exact"/>
        </dgm:presLayoutVars>
      </dgm:prSet>
      <dgm:spPr/>
    </dgm:pt>
    <dgm:pt modelId="{64903C0C-4632-42CB-839C-071F3D0317BF}" type="pres">
      <dgm:prSet presAssocID="{FF7C5143-F54B-4414-968D-AA1CB4E5D63C}" presName="node" presStyleLbl="node1" presStyleIdx="0" presStyleCnt="6">
        <dgm:presLayoutVars>
          <dgm:bulletEnabled val="1"/>
        </dgm:presLayoutVars>
      </dgm:prSet>
      <dgm:spPr/>
    </dgm:pt>
    <dgm:pt modelId="{B88183CE-1871-4FD7-8E7F-6D1431B13BD2}" type="pres">
      <dgm:prSet presAssocID="{791FAF7E-29A5-4EE0-A71A-81503D93CC07}" presName="sibTrans" presStyleCnt="0"/>
      <dgm:spPr/>
    </dgm:pt>
    <dgm:pt modelId="{9AFC3AB7-7EAF-4E63-A4AB-E686021A8A91}" type="pres">
      <dgm:prSet presAssocID="{382DE500-053F-4EF8-B674-3A2BDB69DEF1}" presName="node" presStyleLbl="node1" presStyleIdx="1" presStyleCnt="6">
        <dgm:presLayoutVars>
          <dgm:bulletEnabled val="1"/>
        </dgm:presLayoutVars>
      </dgm:prSet>
      <dgm:spPr/>
    </dgm:pt>
    <dgm:pt modelId="{B16E5E22-C454-4418-A76B-60DD4B4AFB59}" type="pres">
      <dgm:prSet presAssocID="{D40E2A9A-93DD-4510-809A-42991963174E}" presName="sibTrans" presStyleCnt="0"/>
      <dgm:spPr/>
    </dgm:pt>
    <dgm:pt modelId="{255CB393-6260-47DB-82D5-0A1C2ACC00E7}" type="pres">
      <dgm:prSet presAssocID="{24023BB8-34EF-440F-B380-FFB6606A1E1C}" presName="node" presStyleLbl="node1" presStyleIdx="2" presStyleCnt="6">
        <dgm:presLayoutVars>
          <dgm:bulletEnabled val="1"/>
        </dgm:presLayoutVars>
      </dgm:prSet>
      <dgm:spPr/>
    </dgm:pt>
    <dgm:pt modelId="{01A1D490-5BE1-4506-B7BD-FB5A247676EF}" type="pres">
      <dgm:prSet presAssocID="{A8E7BB9A-B6BB-4B5F-AEC6-DD2B5CD22D86}" presName="sibTrans" presStyleCnt="0"/>
      <dgm:spPr/>
    </dgm:pt>
    <dgm:pt modelId="{41040AD4-8267-4899-8F84-E170A610DCE2}" type="pres">
      <dgm:prSet presAssocID="{F223AF50-2559-49E0-9935-A05B6935687F}" presName="node" presStyleLbl="node1" presStyleIdx="3" presStyleCnt="6">
        <dgm:presLayoutVars>
          <dgm:bulletEnabled val="1"/>
        </dgm:presLayoutVars>
      </dgm:prSet>
      <dgm:spPr/>
    </dgm:pt>
    <dgm:pt modelId="{4C3406AB-06A2-4DA2-9A8E-E6F4C7412090}" type="pres">
      <dgm:prSet presAssocID="{BD22DD58-ABC1-4EAD-B6E0-F2862B28C3FC}" presName="sibTrans" presStyleCnt="0"/>
      <dgm:spPr/>
    </dgm:pt>
    <dgm:pt modelId="{98A627BC-9A64-4D95-BFA9-0C5EB70C8450}" type="pres">
      <dgm:prSet presAssocID="{FF646445-C3B0-485D-A783-4B169A346BF6}" presName="node" presStyleLbl="node1" presStyleIdx="4" presStyleCnt="6">
        <dgm:presLayoutVars>
          <dgm:bulletEnabled val="1"/>
        </dgm:presLayoutVars>
      </dgm:prSet>
      <dgm:spPr/>
    </dgm:pt>
    <dgm:pt modelId="{A849738B-C009-4281-9DB8-380E9F2E03C0}" type="pres">
      <dgm:prSet presAssocID="{F60B8A6F-1A31-4102-92CF-4DE20EA707C6}" presName="sibTrans" presStyleCnt="0"/>
      <dgm:spPr/>
    </dgm:pt>
    <dgm:pt modelId="{5D05E675-91AE-411E-B354-E099DA30294D}" type="pres">
      <dgm:prSet presAssocID="{3845343D-3A2D-42FC-B4DC-B720946E3A9D}" presName="node" presStyleLbl="node1" presStyleIdx="5" presStyleCnt="6">
        <dgm:presLayoutVars>
          <dgm:bulletEnabled val="1"/>
        </dgm:presLayoutVars>
      </dgm:prSet>
      <dgm:spPr/>
    </dgm:pt>
  </dgm:ptLst>
  <dgm:cxnLst>
    <dgm:cxn modelId="{37D45D23-A560-4BFF-B6D8-9C25EF25EADD}" srcId="{AC0FA59D-FF8E-4C30-8941-EA66D4F2019B}" destId="{24023BB8-34EF-440F-B380-FFB6606A1E1C}" srcOrd="2" destOrd="0" parTransId="{0564AC5B-6AD9-465C-9B8C-55CDB9D27FC6}" sibTransId="{A8E7BB9A-B6BB-4B5F-AEC6-DD2B5CD22D86}"/>
    <dgm:cxn modelId="{7D2B6F31-5A2C-4B7A-B529-1C7477409FBB}" type="presOf" srcId="{3845343D-3A2D-42FC-B4DC-B720946E3A9D}" destId="{5D05E675-91AE-411E-B354-E099DA30294D}" srcOrd="0" destOrd="0" presId="urn:microsoft.com/office/officeart/2005/8/layout/default"/>
    <dgm:cxn modelId="{72E80959-36D9-4465-B24E-70564F380628}" srcId="{AC0FA59D-FF8E-4C30-8941-EA66D4F2019B}" destId="{382DE500-053F-4EF8-B674-3A2BDB69DEF1}" srcOrd="1" destOrd="0" parTransId="{A112AB6C-5B2F-457E-AF2A-7E7C73A882B4}" sibTransId="{D40E2A9A-93DD-4510-809A-42991963174E}"/>
    <dgm:cxn modelId="{6FCC2288-1E5A-46DD-B763-D2B78A94E8F1}" srcId="{AC0FA59D-FF8E-4C30-8941-EA66D4F2019B}" destId="{FF7C5143-F54B-4414-968D-AA1CB4E5D63C}" srcOrd="0" destOrd="0" parTransId="{8700414C-805E-4EE9-B272-E7183D5F51B0}" sibTransId="{791FAF7E-29A5-4EE0-A71A-81503D93CC07}"/>
    <dgm:cxn modelId="{6848B799-313D-4F6E-8F77-9CF4392D72FA}" type="presOf" srcId="{24023BB8-34EF-440F-B380-FFB6606A1E1C}" destId="{255CB393-6260-47DB-82D5-0A1C2ACC00E7}" srcOrd="0" destOrd="0" presId="urn:microsoft.com/office/officeart/2005/8/layout/default"/>
    <dgm:cxn modelId="{56F21BA5-A1FD-4B9E-A7BD-2E4F37452162}" type="presOf" srcId="{382DE500-053F-4EF8-B674-3A2BDB69DEF1}" destId="{9AFC3AB7-7EAF-4E63-A4AB-E686021A8A91}" srcOrd="0" destOrd="0" presId="urn:microsoft.com/office/officeart/2005/8/layout/default"/>
    <dgm:cxn modelId="{838157BA-746C-4FB7-90D3-61FF2D837EEC}" type="presOf" srcId="{AC0FA59D-FF8E-4C30-8941-EA66D4F2019B}" destId="{A39FFF72-1010-4B50-9A55-B1D8A237EBC5}" srcOrd="0" destOrd="0" presId="urn:microsoft.com/office/officeart/2005/8/layout/default"/>
    <dgm:cxn modelId="{E75226BE-69B0-4A9C-9290-5244328F5F57}" type="presOf" srcId="{FF646445-C3B0-485D-A783-4B169A346BF6}" destId="{98A627BC-9A64-4D95-BFA9-0C5EB70C8450}" srcOrd="0" destOrd="0" presId="urn:microsoft.com/office/officeart/2005/8/layout/default"/>
    <dgm:cxn modelId="{5045B9BF-C40D-48B7-B034-A79B1EEEFE91}" srcId="{AC0FA59D-FF8E-4C30-8941-EA66D4F2019B}" destId="{3845343D-3A2D-42FC-B4DC-B720946E3A9D}" srcOrd="5" destOrd="0" parTransId="{0AAF2105-7709-45A1-93AE-8AE80FB3EFA7}" sibTransId="{C4CE095C-325F-4CF8-8F8E-20B0F2384C26}"/>
    <dgm:cxn modelId="{BC72C1C0-DD05-4B9B-95A5-29D8408AE7DC}" srcId="{AC0FA59D-FF8E-4C30-8941-EA66D4F2019B}" destId="{F223AF50-2559-49E0-9935-A05B6935687F}" srcOrd="3" destOrd="0" parTransId="{89026BD0-2661-420B-A0E6-F04681A76600}" sibTransId="{BD22DD58-ABC1-4EAD-B6E0-F2862B28C3FC}"/>
    <dgm:cxn modelId="{B8F9A2CD-A64A-4089-810D-EF5595BF4EC7}" type="presOf" srcId="{FF7C5143-F54B-4414-968D-AA1CB4E5D63C}" destId="{64903C0C-4632-42CB-839C-071F3D0317BF}" srcOrd="0" destOrd="0" presId="urn:microsoft.com/office/officeart/2005/8/layout/default"/>
    <dgm:cxn modelId="{976C68D3-08F0-4FAA-9440-A80C1B8B3D50}" type="presOf" srcId="{F223AF50-2559-49E0-9935-A05B6935687F}" destId="{41040AD4-8267-4899-8F84-E170A610DCE2}" srcOrd="0" destOrd="0" presId="urn:microsoft.com/office/officeart/2005/8/layout/default"/>
    <dgm:cxn modelId="{8B5553F1-2BB3-47C2-A45E-5E1B7BA4C99F}" srcId="{AC0FA59D-FF8E-4C30-8941-EA66D4F2019B}" destId="{FF646445-C3B0-485D-A783-4B169A346BF6}" srcOrd="4" destOrd="0" parTransId="{4CB2961C-E2C2-4589-B1BE-6CCC0105B5ED}" sibTransId="{F60B8A6F-1A31-4102-92CF-4DE20EA707C6}"/>
    <dgm:cxn modelId="{81723690-9E5B-48EA-95FF-5656411F77C8}" type="presParOf" srcId="{A39FFF72-1010-4B50-9A55-B1D8A237EBC5}" destId="{64903C0C-4632-42CB-839C-071F3D0317BF}" srcOrd="0" destOrd="0" presId="urn:microsoft.com/office/officeart/2005/8/layout/default"/>
    <dgm:cxn modelId="{CE1A3E67-D12C-4A84-B2FC-50DFD843CFC4}" type="presParOf" srcId="{A39FFF72-1010-4B50-9A55-B1D8A237EBC5}" destId="{B88183CE-1871-4FD7-8E7F-6D1431B13BD2}" srcOrd="1" destOrd="0" presId="urn:microsoft.com/office/officeart/2005/8/layout/default"/>
    <dgm:cxn modelId="{D81ECB4D-DAED-459F-8D39-FA6ECA5544E8}" type="presParOf" srcId="{A39FFF72-1010-4B50-9A55-B1D8A237EBC5}" destId="{9AFC3AB7-7EAF-4E63-A4AB-E686021A8A91}" srcOrd="2" destOrd="0" presId="urn:microsoft.com/office/officeart/2005/8/layout/default"/>
    <dgm:cxn modelId="{F82A6DF7-A913-4A2D-A3F0-E9C14A57C68A}" type="presParOf" srcId="{A39FFF72-1010-4B50-9A55-B1D8A237EBC5}" destId="{B16E5E22-C454-4418-A76B-60DD4B4AFB59}" srcOrd="3" destOrd="0" presId="urn:microsoft.com/office/officeart/2005/8/layout/default"/>
    <dgm:cxn modelId="{381983AD-8D7B-48CB-A4CB-88E4EF06C03B}" type="presParOf" srcId="{A39FFF72-1010-4B50-9A55-B1D8A237EBC5}" destId="{255CB393-6260-47DB-82D5-0A1C2ACC00E7}" srcOrd="4" destOrd="0" presId="urn:microsoft.com/office/officeart/2005/8/layout/default"/>
    <dgm:cxn modelId="{4E3B3F35-D09B-4F8F-A25E-768AF6B54CE5}" type="presParOf" srcId="{A39FFF72-1010-4B50-9A55-B1D8A237EBC5}" destId="{01A1D490-5BE1-4506-B7BD-FB5A247676EF}" srcOrd="5" destOrd="0" presId="urn:microsoft.com/office/officeart/2005/8/layout/default"/>
    <dgm:cxn modelId="{4E7E9164-0CE1-4263-94C6-3BBC8353FDED}" type="presParOf" srcId="{A39FFF72-1010-4B50-9A55-B1D8A237EBC5}" destId="{41040AD4-8267-4899-8F84-E170A610DCE2}" srcOrd="6" destOrd="0" presId="urn:microsoft.com/office/officeart/2005/8/layout/default"/>
    <dgm:cxn modelId="{791E7CD5-4E0B-4A19-AEE4-E61E816B855A}" type="presParOf" srcId="{A39FFF72-1010-4B50-9A55-B1D8A237EBC5}" destId="{4C3406AB-06A2-4DA2-9A8E-E6F4C7412090}" srcOrd="7" destOrd="0" presId="urn:microsoft.com/office/officeart/2005/8/layout/default"/>
    <dgm:cxn modelId="{800C3776-02AE-4E34-9046-26111042E253}" type="presParOf" srcId="{A39FFF72-1010-4B50-9A55-B1D8A237EBC5}" destId="{98A627BC-9A64-4D95-BFA9-0C5EB70C8450}" srcOrd="8" destOrd="0" presId="urn:microsoft.com/office/officeart/2005/8/layout/default"/>
    <dgm:cxn modelId="{68B0902B-1829-4713-92C4-58534794E006}" type="presParOf" srcId="{A39FFF72-1010-4B50-9A55-B1D8A237EBC5}" destId="{A849738B-C009-4281-9DB8-380E9F2E03C0}" srcOrd="9" destOrd="0" presId="urn:microsoft.com/office/officeart/2005/8/layout/default"/>
    <dgm:cxn modelId="{4A0CE398-7A75-4A38-8FC9-5B382F2941E7}" type="presParOf" srcId="{A39FFF72-1010-4B50-9A55-B1D8A237EBC5}" destId="{5D05E675-91AE-411E-B354-E099DA30294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03C0C-4632-42CB-839C-071F3D0317BF}">
      <dsp:nvSpPr>
        <dsp:cNvPr id="0" name=""/>
        <dsp:cNvSpPr/>
      </dsp:nvSpPr>
      <dsp:spPr>
        <a:xfrm>
          <a:off x="700911" y="752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Tit for tat</a:t>
          </a:r>
        </a:p>
      </dsp:txBody>
      <dsp:txXfrm>
        <a:off x="700911" y="752"/>
        <a:ext cx="2489038" cy="1493422"/>
      </dsp:txXfrm>
    </dsp:sp>
    <dsp:sp modelId="{9AFC3AB7-7EAF-4E63-A4AB-E686021A8A91}">
      <dsp:nvSpPr>
        <dsp:cNvPr id="0" name=""/>
        <dsp:cNvSpPr/>
      </dsp:nvSpPr>
      <dsp:spPr>
        <a:xfrm>
          <a:off x="3438853" y="752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Historical Average</a:t>
          </a:r>
        </a:p>
      </dsp:txBody>
      <dsp:txXfrm>
        <a:off x="3438853" y="752"/>
        <a:ext cx="2489038" cy="1493422"/>
      </dsp:txXfrm>
    </dsp:sp>
    <dsp:sp modelId="{255CB393-6260-47DB-82D5-0A1C2ACC00E7}">
      <dsp:nvSpPr>
        <dsp:cNvPr id="0" name=""/>
        <dsp:cNvSpPr/>
      </dsp:nvSpPr>
      <dsp:spPr>
        <a:xfrm>
          <a:off x="700911" y="1743079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Expectation </a:t>
          </a:r>
          <a:r>
            <a:rPr lang="en-US" sz="1800" b="1" kern="1200" dirty="0"/>
            <a:t>(Gary Ng, Wing Au)</a:t>
          </a:r>
          <a:endParaRPr lang="en-US" sz="1800" kern="1200" dirty="0"/>
        </a:p>
      </dsp:txBody>
      <dsp:txXfrm>
        <a:off x="700911" y="1743079"/>
        <a:ext cx="2489038" cy="1493422"/>
      </dsp:txXfrm>
    </dsp:sp>
    <dsp:sp modelId="{41040AD4-8267-4899-8F84-E170A610DCE2}">
      <dsp:nvSpPr>
        <dsp:cNvPr id="0" name=""/>
        <dsp:cNvSpPr/>
      </dsp:nvSpPr>
      <dsp:spPr>
        <a:xfrm>
          <a:off x="3438853" y="1743079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Adaptive Expectation</a:t>
          </a:r>
          <a:endParaRPr lang="en-US" sz="3100" kern="1200"/>
        </a:p>
      </dsp:txBody>
      <dsp:txXfrm>
        <a:off x="3438853" y="1743079"/>
        <a:ext cx="2489038" cy="1493422"/>
      </dsp:txXfrm>
    </dsp:sp>
    <dsp:sp modelId="{98A627BC-9A64-4D95-BFA9-0C5EB70C8450}">
      <dsp:nvSpPr>
        <dsp:cNvPr id="0" name=""/>
        <dsp:cNvSpPr/>
      </dsp:nvSpPr>
      <dsp:spPr>
        <a:xfrm>
          <a:off x="700911" y="3485405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Greedy Expectation</a:t>
          </a:r>
          <a:endParaRPr lang="en-US" sz="3100" kern="1200"/>
        </a:p>
      </dsp:txBody>
      <dsp:txXfrm>
        <a:off x="700911" y="3485405"/>
        <a:ext cx="2489038" cy="1493422"/>
      </dsp:txXfrm>
    </dsp:sp>
    <dsp:sp modelId="{5D05E675-91AE-411E-B354-E099DA30294D}">
      <dsp:nvSpPr>
        <dsp:cNvPr id="0" name=""/>
        <dsp:cNvSpPr/>
      </dsp:nvSpPr>
      <dsp:spPr>
        <a:xfrm>
          <a:off x="3438853" y="3485405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Expectation with risk </a:t>
          </a:r>
          <a:r>
            <a:rPr lang="en-US" sz="1800" b="1" kern="1200" dirty="0"/>
            <a:t>(Gary Ng, Wing Au)</a:t>
          </a:r>
          <a:endParaRPr lang="en-US" sz="1800" kern="1200" dirty="0"/>
        </a:p>
      </dsp:txBody>
      <dsp:txXfrm>
        <a:off x="3438853" y="3485405"/>
        <a:ext cx="2489038" cy="1493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7C86-9A5B-486A-A998-834F18FC4190}" type="datetimeFigureOut">
              <a:rPr lang="en-US" smtClean="0"/>
              <a:t>2/27/2018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29BB0-AACB-4A55-B4BA-9D5A9FB51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8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of the biggest constraints in experiments are time and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29BB0-AACB-4A55-B4BA-9D5A9FB512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24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B29BB0-AACB-4A55-B4BA-9D5A9FB512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7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5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0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26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3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5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38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4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69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2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102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55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9937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804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52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19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6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showcase.herokuapp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CCA0F-51F1-43B9-B1DA-FEE3712469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Reducing Time and Cost of Experiments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BC53A7-7047-41AD-BA16-2DC89CE42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Ewen, Brennan, Stefano</a:t>
            </a:r>
            <a:r>
              <a:rPr lang="en-US"/>
              <a:t>, Chris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5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B9D5-9000-43A3-A0AE-7BFC56A2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EA90-39AF-4FBA-9CB7-F4CD9C62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98" y="1435534"/>
            <a:ext cx="8406629" cy="1547811"/>
          </a:xfrm>
        </p:spPr>
        <p:txBody>
          <a:bodyPr>
            <a:normAutofit/>
          </a:bodyPr>
          <a:lstStyle/>
          <a:p>
            <a:r>
              <a:rPr lang="en-US" sz="3200" dirty="0" err="1"/>
              <a:t>nodeGame</a:t>
            </a:r>
            <a:endParaRPr lang="en-US" sz="32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3F0D8C-107B-48E1-A373-1B2314B8129B}"/>
              </a:ext>
            </a:extLst>
          </p:cNvPr>
          <p:cNvSpPr txBox="1">
            <a:spLocks/>
          </p:cNvSpPr>
          <p:nvPr/>
        </p:nvSpPr>
        <p:spPr>
          <a:xfrm>
            <a:off x="677334" y="288174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Cost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AC8027-65FD-4D94-8E74-289D34C66AEA}"/>
              </a:ext>
            </a:extLst>
          </p:cNvPr>
          <p:cNvSpPr txBox="1">
            <a:spLocks/>
          </p:cNvSpPr>
          <p:nvPr/>
        </p:nvSpPr>
        <p:spPr>
          <a:xfrm>
            <a:off x="718898" y="3707680"/>
            <a:ext cx="8406629" cy="1547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108194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50D-F1CF-4213-B9D1-7CD2E237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nodeGame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C15B-5687-4E10-8267-366DC7775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Implemented bot features</a:t>
            </a:r>
          </a:p>
          <a:p>
            <a:r>
              <a:rPr lang="en-US" sz="2800" dirty="0"/>
              <a:t>Added widgets and interface features</a:t>
            </a:r>
          </a:p>
          <a:p>
            <a:r>
              <a:rPr lang="en-US" sz="2800" dirty="0"/>
              <a:t>Transition to V4</a:t>
            </a:r>
          </a:p>
        </p:txBody>
      </p:sp>
    </p:spTree>
    <p:extLst>
      <p:ext uri="{BB962C8B-B14F-4D97-AF65-F5344CB8AC3E}">
        <p14:creationId xmlns:p14="http://schemas.microsoft.com/office/powerpoint/2010/main" val="75795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7E0E-AEEF-4B33-9ECC-DA293C39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Prisoner’s Dilemma</a:t>
            </a:r>
          </a:p>
        </p:txBody>
      </p:sp>
      <p:pic>
        <p:nvPicPr>
          <p:cNvPr id="1026" name="Picture 2" descr="https://i.gyazo.com/5979097dfcd906b5733ec2cb089690ea.png">
            <a:extLst>
              <a:ext uri="{FF2B5EF4-FFF2-40B4-BE49-F238E27FC236}">
                <a16:creationId xmlns:a16="http://schemas.microsoft.com/office/drawing/2014/main" id="{AA7B7DF9-FF8F-47E2-9B77-CCD82AF98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" t="1585" r="2185" b="1"/>
          <a:stretch/>
        </p:blipFill>
        <p:spPr bwMode="auto">
          <a:xfrm>
            <a:off x="902262" y="1904101"/>
            <a:ext cx="7958517" cy="424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92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FFEF-CEDF-4C09-8649-6958FAA4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Showcase</a:t>
            </a:r>
          </a:p>
        </p:txBody>
      </p:sp>
      <p:pic>
        <p:nvPicPr>
          <p:cNvPr id="2050" name="Picture 2" descr="https://i.gyazo.com/8fba9a3f38a61d80acb65f42f774cb7f.png">
            <a:extLst>
              <a:ext uri="{FF2B5EF4-FFF2-40B4-BE49-F238E27FC236}">
                <a16:creationId xmlns:a16="http://schemas.microsoft.com/office/drawing/2014/main" id="{65A5773B-A41C-4EFF-A147-85C484EC9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32" y="1317049"/>
            <a:ext cx="7655067" cy="480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F24463-675D-4A82-B0BD-5DFA8CCF24DF}"/>
              </a:ext>
            </a:extLst>
          </p:cNvPr>
          <p:cNvSpPr txBox="1"/>
          <p:nvPr/>
        </p:nvSpPr>
        <p:spPr>
          <a:xfrm>
            <a:off x="4325193" y="736376"/>
            <a:ext cx="353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hlinkClick r:id="rId3"/>
              </a:rPr>
              <a:t>nodeshowcase.herokuapp.com</a:t>
            </a:r>
            <a:endParaRPr 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03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3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8" name="Straight Connector 11">
            <a:extLst>
              <a:ext uri="{FF2B5EF4-FFF2-40B4-BE49-F238E27FC236}">
                <a16:creationId xmlns:a16="http://schemas.microsoft.com/office/drawing/2014/main" id="{C5ECDEE1-7093-418F-9CF5-24EEB115C1C1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3">
            <a:extLst>
              <a:ext uri="{FF2B5EF4-FFF2-40B4-BE49-F238E27FC236}">
                <a16:creationId xmlns:a16="http://schemas.microsoft.com/office/drawing/2014/main" id="{045062AF-EB11-4651-BC4A-4DA21768DE8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Isosceles Triangle 17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0E1DA-4DCE-4E2B-8E53-18FC1B035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97000"/>
            <a:ext cx="7766936" cy="2653836"/>
          </a:xfrm>
        </p:spPr>
        <p:txBody>
          <a:bodyPr>
            <a:normAutofit/>
          </a:bodyPr>
          <a:lstStyle/>
          <a:p>
            <a:r>
              <a:rPr lang="en-US" dirty="0"/>
              <a:t>Optimal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E8F54-1336-45A6-BC97-66B3FAA86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sz="4000" dirty="0"/>
              <a:t>RISE 2018</a:t>
            </a:r>
          </a:p>
        </p:txBody>
      </p:sp>
    </p:spTree>
    <p:extLst>
      <p:ext uri="{BB962C8B-B14F-4D97-AF65-F5344CB8AC3E}">
        <p14:creationId xmlns:p14="http://schemas.microsoft.com/office/powerpoint/2010/main" val="29384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B2B1-9D95-44D4-A1F0-7C196145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Iterated Prisoner’s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6B031-6A80-4C00-9AB8-F6B8A48C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Two players</a:t>
            </a:r>
          </a:p>
          <a:p>
            <a:r>
              <a:rPr lang="en-US" sz="3600" dirty="0"/>
              <a:t>n Rounds</a:t>
            </a:r>
          </a:p>
          <a:p>
            <a:r>
              <a:rPr lang="en-US" sz="3600" dirty="0"/>
              <a:t>Cooperate or Defect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36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4C27-A7BC-4F3C-991E-266B0A4A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5AB8D-8DDF-4CAC-A808-8BB99BD23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T: Temptation outcome (</a:t>
            </a:r>
            <a:r>
              <a:rPr lang="en-US" b="1" dirty="0"/>
              <a:t>defect</a:t>
            </a:r>
            <a:r>
              <a:rPr lang="en-US" dirty="0"/>
              <a:t>, cooperate)</a:t>
            </a:r>
          </a:p>
          <a:p>
            <a:r>
              <a:rPr lang="en-US" dirty="0"/>
              <a:t>R: Reward outcome (</a:t>
            </a:r>
            <a:r>
              <a:rPr lang="en-US" b="1" dirty="0"/>
              <a:t>cooperate</a:t>
            </a:r>
            <a:r>
              <a:rPr lang="en-US" dirty="0"/>
              <a:t>, cooperate)</a:t>
            </a:r>
          </a:p>
          <a:p>
            <a:r>
              <a:rPr lang="en-US" dirty="0"/>
              <a:t>P: Punishment outcome (</a:t>
            </a:r>
            <a:r>
              <a:rPr lang="en-US" b="1" dirty="0"/>
              <a:t>defect</a:t>
            </a:r>
            <a:r>
              <a:rPr lang="en-US" dirty="0"/>
              <a:t>, defect)</a:t>
            </a:r>
          </a:p>
          <a:p>
            <a:r>
              <a:rPr lang="en-US" dirty="0"/>
              <a:t>S: Sucker outcome (</a:t>
            </a:r>
            <a:r>
              <a:rPr lang="en-US" b="1" dirty="0"/>
              <a:t>cooperate</a:t>
            </a:r>
            <a:r>
              <a:rPr lang="en-US" dirty="0"/>
              <a:t>, defect)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Coefficient of risk (r) = </a:t>
            </a:r>
            <a:r>
              <a:rPr lang="pt-BR" dirty="0"/>
              <a:t>(R–S) / [(R−S) + (T−P)]</a:t>
            </a:r>
            <a:endParaRPr lang="en-US" dirty="0"/>
          </a:p>
          <a:p>
            <a:r>
              <a:rPr lang="en-US" dirty="0"/>
              <a:t>Coefficient of cooperation (k) = (R−P) / (T−S)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5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6D84-2C22-4670-A125-AA869B7E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58" y="3261090"/>
            <a:ext cx="607796" cy="1488710"/>
          </a:xfrm>
        </p:spPr>
        <p:txBody>
          <a:bodyPr/>
          <a:lstStyle/>
          <a:p>
            <a:r>
              <a:rPr lang="en-US" dirty="0"/>
              <a:t>k</a:t>
            </a:r>
          </a:p>
        </p:txBody>
      </p:sp>
      <p:pic>
        <p:nvPicPr>
          <p:cNvPr id="5" name="Content Placeholder 4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21F40ADE-80B8-4E58-B2ED-0470395EF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05" y="2544526"/>
            <a:ext cx="4003785" cy="3161679"/>
          </a:xfrm>
        </p:spPr>
      </p:pic>
      <p:pic>
        <p:nvPicPr>
          <p:cNvPr id="7" name="Picture 6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1B6F7744-6E7E-4C27-BADB-1303C81E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187" y="2463445"/>
            <a:ext cx="4003786" cy="31616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B4B9E9-FCA3-40F9-8C63-4014D1CFB9CA}"/>
              </a:ext>
            </a:extLst>
          </p:cNvPr>
          <p:cNvSpPr txBox="1">
            <a:spLocks/>
          </p:cNvSpPr>
          <p:nvPr/>
        </p:nvSpPr>
        <p:spPr>
          <a:xfrm>
            <a:off x="4296994" y="5810700"/>
            <a:ext cx="607796" cy="1488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B4907EC-AA19-4BAD-AB24-67D8F60563B3}"/>
              </a:ext>
            </a:extLst>
          </p:cNvPr>
          <p:cNvSpPr txBox="1">
            <a:spLocks/>
          </p:cNvSpPr>
          <p:nvPr/>
        </p:nvSpPr>
        <p:spPr>
          <a:xfrm>
            <a:off x="1493402" y="1151795"/>
            <a:ext cx="3538486" cy="2032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Temptation payoff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4965D-615C-4B48-9B10-5E1AD6C676F6}"/>
              </a:ext>
            </a:extLst>
          </p:cNvPr>
          <p:cNvSpPr txBox="1">
            <a:spLocks/>
          </p:cNvSpPr>
          <p:nvPr/>
        </p:nvSpPr>
        <p:spPr>
          <a:xfrm>
            <a:off x="5183940" y="1151794"/>
            <a:ext cx="3538486" cy="2032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Reward </a:t>
            </a:r>
          </a:p>
          <a:p>
            <a:r>
              <a:rPr lang="en-US" dirty="0"/>
              <a:t>payoff</a:t>
            </a:r>
          </a:p>
        </p:txBody>
      </p:sp>
    </p:spTree>
    <p:extLst>
      <p:ext uri="{BB962C8B-B14F-4D97-AF65-F5344CB8AC3E}">
        <p14:creationId xmlns:p14="http://schemas.microsoft.com/office/powerpoint/2010/main" val="238703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6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F4C27-A7BC-4F3C-991E-266B0A4A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 dirty="0"/>
              <a:t>Behavioral</a:t>
            </a:r>
            <a:br>
              <a:rPr lang="en-US" sz="4400" dirty="0"/>
            </a:br>
            <a:r>
              <a:rPr lang="en-US" sz="4400" dirty="0"/>
              <a:t>Models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1D39D2A1-ED77-4723-B4A9-CA30A0658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133851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23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map&#10;&#10;Description generated with high confidence">
            <a:extLst>
              <a:ext uri="{FF2B5EF4-FFF2-40B4-BE49-F238E27FC236}">
                <a16:creationId xmlns:a16="http://schemas.microsoft.com/office/drawing/2014/main" id="{ABB88C64-3C65-4B3E-BD1E-05A487D0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52" y="1475616"/>
            <a:ext cx="6463648" cy="510416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E8887BC-9653-4D85-A1C8-7898A914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Adaptive Expectation vs </a:t>
            </a:r>
            <a:r>
              <a:rPr lang="en-US" dirty="0" err="1"/>
              <a:t>TitForTat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13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DB3E-05A2-4111-842C-328BFC04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6516"/>
            <a:ext cx="9768272" cy="1326684"/>
          </a:xfrm>
        </p:spPr>
        <p:txBody>
          <a:bodyPr/>
          <a:lstStyle/>
          <a:p>
            <a:r>
              <a:rPr lang="en-US" dirty="0"/>
              <a:t>Adaptive Expectation vs Greedy Expectation</a:t>
            </a:r>
          </a:p>
        </p:txBody>
      </p:sp>
      <p:pic>
        <p:nvPicPr>
          <p:cNvPr id="4" name="Content Placeholder 4" descr="A close up of a map&#10;&#10;Description generated with high confidence">
            <a:extLst>
              <a:ext uri="{FF2B5EF4-FFF2-40B4-BE49-F238E27FC236}">
                <a16:creationId xmlns:a16="http://schemas.microsoft.com/office/drawing/2014/main" id="{8EB0FAED-BB94-4FC4-8461-F48074EEF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150" y="1428244"/>
            <a:ext cx="6664215" cy="5262549"/>
          </a:xfrm>
        </p:spPr>
      </p:pic>
    </p:spTree>
    <p:extLst>
      <p:ext uri="{BB962C8B-B14F-4D97-AF65-F5344CB8AC3E}">
        <p14:creationId xmlns:p14="http://schemas.microsoft.com/office/powerpoint/2010/main" val="87432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7C0914E-6D8A-40B3-BE74-062A9A160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16" y="586012"/>
            <a:ext cx="7364379" cy="5815450"/>
          </a:xfrm>
        </p:spPr>
      </p:pic>
    </p:spTree>
    <p:extLst>
      <p:ext uri="{BB962C8B-B14F-4D97-AF65-F5344CB8AC3E}">
        <p14:creationId xmlns:p14="http://schemas.microsoft.com/office/powerpoint/2010/main" val="167148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5D0482EA-BA0B-4FE1-92A8-B66CA6204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887" y="748513"/>
            <a:ext cx="6995474" cy="5524135"/>
          </a:xfrm>
        </p:spPr>
      </p:pic>
    </p:spTree>
    <p:extLst>
      <p:ext uri="{BB962C8B-B14F-4D97-AF65-F5344CB8AC3E}">
        <p14:creationId xmlns:p14="http://schemas.microsoft.com/office/powerpoint/2010/main" val="194719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map&#10;&#10;Description generated with high confidence">
            <a:extLst>
              <a:ext uri="{FF2B5EF4-FFF2-40B4-BE49-F238E27FC236}">
                <a16:creationId xmlns:a16="http://schemas.microsoft.com/office/drawing/2014/main" id="{ECF379D6-0C93-408E-861C-A2A9C913F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549" y="511039"/>
            <a:ext cx="7390304" cy="5835921"/>
          </a:xfrm>
        </p:spPr>
      </p:pic>
    </p:spTree>
    <p:extLst>
      <p:ext uri="{BB962C8B-B14F-4D97-AF65-F5344CB8AC3E}">
        <p14:creationId xmlns:p14="http://schemas.microsoft.com/office/powerpoint/2010/main" val="159910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white wall&#10;&#10;Description generated with high confidence">
            <a:extLst>
              <a:ext uri="{FF2B5EF4-FFF2-40B4-BE49-F238E27FC236}">
                <a16:creationId xmlns:a16="http://schemas.microsoft.com/office/drawing/2014/main" id="{00A135B6-6C6E-4C26-93B6-B1015F0D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48" y="1488232"/>
            <a:ext cx="6370660" cy="50307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66C508-E676-4226-BB3F-67C395DD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Fill this in</a:t>
            </a:r>
          </a:p>
        </p:txBody>
      </p:sp>
    </p:spTree>
    <p:extLst>
      <p:ext uri="{BB962C8B-B14F-4D97-AF65-F5344CB8AC3E}">
        <p14:creationId xmlns:p14="http://schemas.microsoft.com/office/powerpoint/2010/main" val="82796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8C72-1680-47AE-B90C-14BCE1B4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How much information can I get?</a:t>
            </a:r>
          </a:p>
        </p:txBody>
      </p:sp>
      <p:pic>
        <p:nvPicPr>
          <p:cNvPr id="9" name="Content Placeholder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0467F42-9088-4F64-993E-09FD764AC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983288"/>
            <a:ext cx="6381452" cy="5828514"/>
          </a:xfrm>
        </p:spPr>
      </p:pic>
    </p:spTree>
    <p:extLst>
      <p:ext uri="{BB962C8B-B14F-4D97-AF65-F5344CB8AC3E}">
        <p14:creationId xmlns:p14="http://schemas.microsoft.com/office/powerpoint/2010/main" val="81712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F3D6565-3185-49D3-872E-0685AB69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38" y="1150740"/>
            <a:ext cx="6248695" cy="57072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B343054-EB9B-4CAE-A1DD-C8B92D87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Best bang for the buck?</a:t>
            </a:r>
          </a:p>
        </p:txBody>
      </p:sp>
    </p:spTree>
    <p:extLst>
      <p:ext uri="{BB962C8B-B14F-4D97-AF65-F5344CB8AC3E}">
        <p14:creationId xmlns:p14="http://schemas.microsoft.com/office/powerpoint/2010/main" val="123378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1290-2A29-4E80-9707-8013DB5F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4823-A679-4207-B200-D038C6E7F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GPUCB-PE search algorithm to make landscape</a:t>
            </a:r>
          </a:p>
          <a:p>
            <a:r>
              <a:rPr lang="en-US" sz="2800" dirty="0"/>
              <a:t>Finalize models</a:t>
            </a:r>
          </a:p>
          <a:p>
            <a:r>
              <a:rPr lang="en-US" sz="2800" dirty="0"/>
              <a:t>Collect data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654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856D-E757-4C7D-AC26-45A5B7D7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53C6B-4BC6-4B79-AB69-1CCAB9EBB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Improvements?</a:t>
            </a:r>
          </a:p>
          <a:p>
            <a:r>
              <a:rPr lang="en-US" sz="3200" dirty="0"/>
              <a:t>Model ideas?</a:t>
            </a:r>
          </a:p>
        </p:txBody>
      </p:sp>
    </p:spTree>
    <p:extLst>
      <p:ext uri="{BB962C8B-B14F-4D97-AF65-F5344CB8AC3E}">
        <p14:creationId xmlns:p14="http://schemas.microsoft.com/office/powerpoint/2010/main" val="30251814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2060</TotalTime>
  <Words>223</Words>
  <Application>Microsoft Office PowerPoint</Application>
  <PresentationFormat>Widescreen</PresentationFormat>
  <Paragraphs>55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Batang</vt:lpstr>
      <vt:lpstr>Arial</vt:lpstr>
      <vt:lpstr>Calibri</vt:lpstr>
      <vt:lpstr>Trebuchet MS</vt:lpstr>
      <vt:lpstr>Wingdings 3</vt:lpstr>
      <vt:lpstr>Facet</vt:lpstr>
      <vt:lpstr>Reducing Time and Cost of Experiments</vt:lpstr>
      <vt:lpstr>Time</vt:lpstr>
      <vt:lpstr>nodeGame Framework</vt:lpstr>
      <vt:lpstr>Prisoner’s Dilemma</vt:lpstr>
      <vt:lpstr>Showcase</vt:lpstr>
      <vt:lpstr>Optimal Design</vt:lpstr>
      <vt:lpstr>Iterated Prisoner’s Dilemma</vt:lpstr>
      <vt:lpstr>Experimental Variables</vt:lpstr>
      <vt:lpstr>k</vt:lpstr>
      <vt:lpstr>Behavioral Models</vt:lpstr>
      <vt:lpstr>Adaptive Expectation vs TitForTat</vt:lpstr>
      <vt:lpstr>Adaptive Expectation vs Greedy Expectation</vt:lpstr>
      <vt:lpstr>PowerPoint Presentation</vt:lpstr>
      <vt:lpstr>PowerPoint Presentation</vt:lpstr>
      <vt:lpstr>PowerPoint Presentation</vt:lpstr>
      <vt:lpstr>Fill this in</vt:lpstr>
      <vt:lpstr>How much information can I get?</vt:lpstr>
      <vt:lpstr>Best bang for the buck?</vt:lpstr>
      <vt:lpstr>Next steps</vt:lpstr>
      <vt:lpstr>Suggestions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Design</dc:title>
  <dc:creator>Yuxuan Wang</dc:creator>
  <cp:lastModifiedBy>Yuxuan Wang</cp:lastModifiedBy>
  <cp:revision>3</cp:revision>
  <dcterms:created xsi:type="dcterms:W3CDTF">2018-02-24T21:46:52Z</dcterms:created>
  <dcterms:modified xsi:type="dcterms:W3CDTF">2018-02-27T21:46:41Z</dcterms:modified>
</cp:coreProperties>
</file>